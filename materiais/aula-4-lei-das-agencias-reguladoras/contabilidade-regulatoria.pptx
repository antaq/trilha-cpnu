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ags/tag1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1.xml" ContentType="application/vnd.openxmlformats-officedocument.presentationml.tags+xml"/>
  <Override PartName="/ppt/tags/tag15.xml" ContentType="application/vnd.openxmlformats-officedocument.presentationml.tags+xml"/>
  <Override PartName="/ppt/tags/tag14.xml" ContentType="application/vnd.openxmlformats-officedocument.presentationml.tags+xml"/>
  <Override PartName="/ppt/tags/tag13.xml" ContentType="application/vnd.openxmlformats-officedocument.presentationml.tags+xml"/>
  <Override PartName="/ppt/tags/tag12.xml" ContentType="application/vnd.openxmlformats-officedocument.presentationml.tags+xml"/>
  <Override PartName="/ppt/tags/tag5.xml" ContentType="application/vnd.openxmlformats-officedocument.presentationml.tags+xml"/>
  <Override PartName="/ppt/tags/tag10.xml" ContentType="application/vnd.openxmlformats-officedocument.presentationml.tags+xml"/>
  <Override PartName="/ppt/tags/tag4.xml" ContentType="application/vnd.openxmlformats-officedocument.presentationml.tags+xml"/>
  <Override PartName="/ppt/tags/tag9.xml" ContentType="application/vnd.openxmlformats-officedocument.presentationml.tags+xml"/>
  <Override PartName="/ppt/tags/tag3.xml" ContentType="application/vnd.openxmlformats-officedocument.presentationml.tags+xml"/>
  <Override PartName="/ppt/tags/tag8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7.xml" ContentType="application/vnd.openxmlformats-officedocument.presentationml.tags+xml"/>
  <Override PartName="/ppt/tags/tag1.xml" ContentType="application/vnd.openxmlformats-officedocument.presentationml.tags+xml"/>
  <Override PartName="/ppt/tags/tag24.xml" ContentType="application/vnd.openxmlformats-officedocument.presentationml.tags+xml"/>
  <Override PartName="/ppt/tags/tag18.xml" ContentType="application/vnd.openxmlformats-officedocument.presentationml.tags+xml"/>
  <Override PartName="/ppt/tags/tag22.xml" ContentType="application/vnd.openxmlformats-officedocument.presentationml.tags+xml"/>
  <Override PartName="/ppt/tags/tag20.xml" ContentType="application/vnd.openxmlformats-officedocument.presentationml.tags+xml"/>
  <Override PartName="/ppt/tags/tag23.xml" ContentType="application/vnd.openxmlformats-officedocument.presentationml.tags+xml"/>
  <Override PartName="/ppt/tags/tag6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0" r:id="rId4"/>
    <p:sldId id="311" r:id="rId5"/>
    <p:sldId id="327" r:id="rId6"/>
    <p:sldId id="325" r:id="rId7"/>
    <p:sldId id="329" r:id="rId8"/>
    <p:sldId id="328" r:id="rId9"/>
    <p:sldId id="324" r:id="rId10"/>
    <p:sldId id="295" r:id="rId11"/>
    <p:sldId id="330" r:id="rId12"/>
    <p:sldId id="331" r:id="rId13"/>
    <p:sldId id="270" r:id="rId14"/>
    <p:sldId id="338" r:id="rId15"/>
    <p:sldId id="339" r:id="rId16"/>
    <p:sldId id="332" r:id="rId17"/>
    <p:sldId id="340" r:id="rId18"/>
    <p:sldId id="341" r:id="rId19"/>
    <p:sldId id="335" r:id="rId20"/>
    <p:sldId id="336" r:id="rId21"/>
    <p:sldId id="337" r:id="rId22"/>
    <p:sldId id="334" r:id="rId23"/>
    <p:sldId id="291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26C"/>
    <a:srgbClr val="194B69"/>
    <a:srgbClr val="203864"/>
    <a:srgbClr val="074462"/>
    <a:srgbClr val="57FFE3"/>
    <a:srgbClr val="00C4FF"/>
    <a:srgbClr val="15FFD8"/>
    <a:srgbClr val="20D5FE"/>
    <a:srgbClr val="54B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FABD64-1358-4DC1-8156-74D1A498438B}" v="44" dt="2026-03-01T16:36:27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97" autoAdjust="0"/>
    <p:restoredTop sz="96327" autoAdjust="0"/>
  </p:normalViewPr>
  <p:slideViewPr>
    <p:cSldViewPr snapToGrid="0" snapToObjects="1">
      <p:cViewPr varScale="1">
        <p:scale>
          <a:sx n="105" d="100"/>
          <a:sy n="105" d="100"/>
        </p:scale>
        <p:origin x="150" y="138"/>
      </p:cViewPr>
      <p:guideLst>
        <p:guide pos="3840"/>
        <p:guide orient="horz"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brida Neto" userId="c146294335f3bfc0" providerId="LiveId" clId="{B272D936-58F0-4904-8A4C-77A85B764A1A}"/>
    <pc:docChg chg="undo custSel addSld delSld modSld sldOrd">
      <pc:chgData name="Hebrida Neto" userId="c146294335f3bfc0" providerId="LiveId" clId="{B272D936-58F0-4904-8A4C-77A85B764A1A}" dt="2026-03-01T16:38:41.864" v="1011" actId="47"/>
      <pc:docMkLst>
        <pc:docMk/>
      </pc:docMkLst>
      <pc:sldChg chg="addSp delSp modSp mod">
        <pc:chgData name="Hebrida Neto" userId="c146294335f3bfc0" providerId="LiveId" clId="{B272D936-58F0-4904-8A4C-77A85B764A1A}" dt="2026-03-01T15:36:54.249" v="59" actId="1076"/>
        <pc:sldMkLst>
          <pc:docMk/>
          <pc:sldMk cId="890480021" sldId="258"/>
        </pc:sldMkLst>
        <pc:spChg chg="add del mod">
          <ac:chgData name="Hebrida Neto" userId="c146294335f3bfc0" providerId="LiveId" clId="{B272D936-58F0-4904-8A4C-77A85B764A1A}" dt="2026-03-01T15:36:50.664" v="58" actId="478"/>
          <ac:spMkLst>
            <pc:docMk/>
            <pc:sldMk cId="890480021" sldId="258"/>
            <ac:spMk id="2" creationId="{09BF09EB-38BA-DB5E-8CEB-7BE1DD501382}"/>
          </ac:spMkLst>
        </pc:spChg>
        <pc:spChg chg="del mod">
          <ac:chgData name="Hebrida Neto" userId="c146294335f3bfc0" providerId="LiveId" clId="{B272D936-58F0-4904-8A4C-77A85B764A1A}" dt="2026-03-01T15:35:40.590" v="4" actId="478"/>
          <ac:spMkLst>
            <pc:docMk/>
            <pc:sldMk cId="890480021" sldId="258"/>
            <ac:spMk id="5" creationId="{BB6B44E7-4917-419F-8795-3AB5BC864333}"/>
          </ac:spMkLst>
        </pc:spChg>
        <pc:spChg chg="mod">
          <ac:chgData name="Hebrida Neto" userId="c146294335f3bfc0" providerId="LiveId" clId="{B272D936-58F0-4904-8A4C-77A85B764A1A}" dt="2026-03-01T15:36:54.249" v="59" actId="1076"/>
          <ac:spMkLst>
            <pc:docMk/>
            <pc:sldMk cId="890480021" sldId="258"/>
            <ac:spMk id="15" creationId="{0DA9AD7D-2282-48EA-9AF5-21DCC7295176}"/>
          </ac:spMkLst>
        </pc:spChg>
        <pc:spChg chg="add del">
          <ac:chgData name="Hebrida Neto" userId="c146294335f3bfc0" providerId="LiveId" clId="{B272D936-58F0-4904-8A4C-77A85B764A1A}" dt="2026-03-01T15:35:37.487" v="3" actId="478"/>
          <ac:spMkLst>
            <pc:docMk/>
            <pc:sldMk cId="890480021" sldId="258"/>
            <ac:spMk id="39" creationId="{9FF3CCF4-09F5-406F-98F9-9759F879C87C}"/>
          </ac:spMkLst>
        </pc:spChg>
        <pc:spChg chg="del">
          <ac:chgData name="Hebrida Neto" userId="c146294335f3bfc0" providerId="LiveId" clId="{B272D936-58F0-4904-8A4C-77A85B764A1A}" dt="2026-03-01T15:35:31.961" v="1" actId="478"/>
          <ac:spMkLst>
            <pc:docMk/>
            <pc:sldMk cId="890480021" sldId="258"/>
            <ac:spMk id="42" creationId="{0B63C70F-EEBD-4C3A-8049-444643DC30B2}"/>
          </ac:spMkLst>
        </pc:spChg>
        <pc:spChg chg="del">
          <ac:chgData name="Hebrida Neto" userId="c146294335f3bfc0" providerId="LiveId" clId="{B272D936-58F0-4904-8A4C-77A85B764A1A}" dt="2026-03-01T15:35:43.662" v="5" actId="478"/>
          <ac:spMkLst>
            <pc:docMk/>
            <pc:sldMk cId="890480021" sldId="258"/>
            <ac:spMk id="43" creationId="{97BAC4E7-FDFB-4380-BFCA-E0EF955A5C0C}"/>
          </ac:spMkLst>
        </pc:spChg>
      </pc:sldChg>
      <pc:sldChg chg="modSp mod ord">
        <pc:chgData name="Hebrida Neto" userId="c146294335f3bfc0" providerId="LiveId" clId="{B272D936-58F0-4904-8A4C-77A85B764A1A}" dt="2026-03-01T16:19:36.335" v="818" actId="1035"/>
        <pc:sldMkLst>
          <pc:docMk/>
          <pc:sldMk cId="1499429057" sldId="259"/>
        </pc:sldMkLst>
        <pc:spChg chg="mod">
          <ac:chgData name="Hebrida Neto" userId="c146294335f3bfc0" providerId="LiveId" clId="{B272D936-58F0-4904-8A4C-77A85B764A1A}" dt="2026-03-01T16:19:10.706" v="793" actId="1076"/>
          <ac:spMkLst>
            <pc:docMk/>
            <pc:sldMk cId="1499429057" sldId="259"/>
            <ac:spMk id="25" creationId="{F22E8A01-6B8D-E643-A064-9AF1A6D33946}"/>
          </ac:spMkLst>
        </pc:spChg>
        <pc:spChg chg="mod">
          <ac:chgData name="Hebrida Neto" userId="c146294335f3bfc0" providerId="LiveId" clId="{B272D936-58F0-4904-8A4C-77A85B764A1A}" dt="2026-03-01T16:19:36.335" v="818" actId="1035"/>
          <ac:spMkLst>
            <pc:docMk/>
            <pc:sldMk cId="1499429057" sldId="259"/>
            <ac:spMk id="26" creationId="{7B735D3C-2E68-E04E-BCCA-16732D840183}"/>
          </ac:spMkLst>
        </pc:spChg>
        <pc:spChg chg="mod">
          <ac:chgData name="Hebrida Neto" userId="c146294335f3bfc0" providerId="LiveId" clId="{B272D936-58F0-4904-8A4C-77A85B764A1A}" dt="2026-03-01T15:46:32.039" v="165" actId="1076"/>
          <ac:spMkLst>
            <pc:docMk/>
            <pc:sldMk cId="1499429057" sldId="259"/>
            <ac:spMk id="28" creationId="{3483921B-7337-4828-AB85-7B889C70BBDB}"/>
          </ac:spMkLst>
        </pc:spChg>
        <pc:spChg chg="mod">
          <ac:chgData name="Hebrida Neto" userId="c146294335f3bfc0" providerId="LiveId" clId="{B272D936-58F0-4904-8A4C-77A85B764A1A}" dt="2026-03-01T15:46:29.257" v="164" actId="1076"/>
          <ac:spMkLst>
            <pc:docMk/>
            <pc:sldMk cId="1499429057" sldId="259"/>
            <ac:spMk id="32" creationId="{DDA2B5C2-50D8-7144-BEDC-7F4DDEB3FF33}"/>
          </ac:spMkLst>
        </pc:spChg>
        <pc:spChg chg="mod">
          <ac:chgData name="Hebrida Neto" userId="c146294335f3bfc0" providerId="LiveId" clId="{B272D936-58F0-4904-8A4C-77A85B764A1A}" dt="2026-03-01T15:46:14.902" v="159" actId="6549"/>
          <ac:spMkLst>
            <pc:docMk/>
            <pc:sldMk cId="1499429057" sldId="259"/>
            <ac:spMk id="33" creationId="{54F29FBB-A4B7-F841-A010-E006D80FDA5A}"/>
          </ac:spMkLst>
        </pc:spChg>
        <pc:spChg chg="mod">
          <ac:chgData name="Hebrida Neto" userId="c146294335f3bfc0" providerId="LiveId" clId="{B272D936-58F0-4904-8A4C-77A85B764A1A}" dt="2026-03-01T16:19:31.255" v="803" actId="1076"/>
          <ac:spMkLst>
            <pc:docMk/>
            <pc:sldMk cId="1499429057" sldId="259"/>
            <ac:spMk id="40" creationId="{B7A85713-F392-41DF-8215-5D7C4C8E9C28}"/>
          </ac:spMkLst>
        </pc:spChg>
        <pc:spChg chg="mod">
          <ac:chgData name="Hebrida Neto" userId="c146294335f3bfc0" providerId="LiveId" clId="{B272D936-58F0-4904-8A4C-77A85B764A1A}" dt="2026-03-01T16:19:07.378" v="792" actId="1076"/>
          <ac:spMkLst>
            <pc:docMk/>
            <pc:sldMk cId="1499429057" sldId="259"/>
            <ac:spMk id="41" creationId="{32ED4AC3-BAAB-4A54-8CD4-2486C2432B5A}"/>
          </ac:spMkLst>
        </pc:spChg>
        <pc:spChg chg="mod">
          <ac:chgData name="Hebrida Neto" userId="c146294335f3bfc0" providerId="LiveId" clId="{B272D936-58F0-4904-8A4C-77A85B764A1A}" dt="2026-03-01T16:18:39.813" v="783" actId="113"/>
          <ac:spMkLst>
            <pc:docMk/>
            <pc:sldMk cId="1499429057" sldId="259"/>
            <ac:spMk id="44" creationId="{9EABBC00-71A2-4557-996A-35688A5FED42}"/>
          </ac:spMkLst>
        </pc:spChg>
        <pc:grpChg chg="mod">
          <ac:chgData name="Hebrida Neto" userId="c146294335f3bfc0" providerId="LiveId" clId="{B272D936-58F0-4904-8A4C-77A85B764A1A}" dt="2026-03-01T15:46:25.607" v="162" actId="14100"/>
          <ac:grpSpMkLst>
            <pc:docMk/>
            <pc:sldMk cId="1499429057" sldId="259"/>
            <ac:grpSpMk id="6" creationId="{8CBA5DF6-E485-3949-95A8-36E174B188C5}"/>
          </ac:grpSpMkLst>
        </pc:grpChg>
      </pc:sldChg>
      <pc:sldChg chg="modSp add del mod ord">
        <pc:chgData name="Hebrida Neto" userId="c146294335f3bfc0" providerId="LiveId" clId="{B272D936-58F0-4904-8A4C-77A85B764A1A}" dt="2026-03-01T16:18:17.303" v="778" actId="1076"/>
        <pc:sldMkLst>
          <pc:docMk/>
          <pc:sldMk cId="2111989317" sldId="260"/>
        </pc:sldMkLst>
        <pc:spChg chg="mod">
          <ac:chgData name="Hebrida Neto" userId="c146294335f3bfc0" providerId="LiveId" clId="{B272D936-58F0-4904-8A4C-77A85B764A1A}" dt="2026-03-01T16:18:14.355" v="777" actId="1076"/>
          <ac:spMkLst>
            <pc:docMk/>
            <pc:sldMk cId="2111989317" sldId="260"/>
            <ac:spMk id="6" creationId="{46AD3538-66EC-44BD-9F13-E8E3DA353DD0}"/>
          </ac:spMkLst>
        </pc:spChg>
        <pc:spChg chg="mod">
          <ac:chgData name="Hebrida Neto" userId="c146294335f3bfc0" providerId="LiveId" clId="{B272D936-58F0-4904-8A4C-77A85B764A1A}" dt="2026-03-01T16:18:08.060" v="775" actId="1076"/>
          <ac:spMkLst>
            <pc:docMk/>
            <pc:sldMk cId="2111989317" sldId="260"/>
            <ac:spMk id="17" creationId="{892CDF48-3ACC-874C-9212-1C5B11D088BB}"/>
          </ac:spMkLst>
        </pc:spChg>
        <pc:spChg chg="mod">
          <ac:chgData name="Hebrida Neto" userId="c146294335f3bfc0" providerId="LiveId" clId="{B272D936-58F0-4904-8A4C-77A85B764A1A}" dt="2026-03-01T16:18:12.376" v="776" actId="1076"/>
          <ac:spMkLst>
            <pc:docMk/>
            <pc:sldMk cId="2111989317" sldId="260"/>
            <ac:spMk id="19" creationId="{B377946C-3863-4454-A69E-9BC0346B0A08}"/>
          </ac:spMkLst>
        </pc:spChg>
        <pc:grpChg chg="mod">
          <ac:chgData name="Hebrida Neto" userId="c146294335f3bfc0" providerId="LiveId" clId="{B272D936-58F0-4904-8A4C-77A85B764A1A}" dt="2026-03-01T15:40:21.422" v="98" actId="1076"/>
          <ac:grpSpMkLst>
            <pc:docMk/>
            <pc:sldMk cId="2111989317" sldId="260"/>
            <ac:grpSpMk id="13" creationId="{4C165A78-9A68-6242-8E20-67F08ADD7AE9}"/>
          </ac:grpSpMkLst>
        </pc:grpChg>
        <pc:cxnChg chg="mod">
          <ac:chgData name="Hebrida Neto" userId="c146294335f3bfc0" providerId="LiveId" clId="{B272D936-58F0-4904-8A4C-77A85B764A1A}" dt="2026-03-01T16:18:17.303" v="778" actId="1076"/>
          <ac:cxnSpMkLst>
            <pc:docMk/>
            <pc:sldMk cId="2111989317" sldId="260"/>
            <ac:cxnSpMk id="5" creationId="{09EFA775-EC30-4F4C-9D4F-1B846ECF8BD6}"/>
          </ac:cxnSpMkLst>
        </pc:cxnChg>
        <pc:cxnChg chg="mod">
          <ac:chgData name="Hebrida Neto" userId="c146294335f3bfc0" providerId="LiveId" clId="{B272D936-58F0-4904-8A4C-77A85B764A1A}" dt="2026-03-01T15:39:45.691" v="90"/>
          <ac:cxnSpMkLst>
            <pc:docMk/>
            <pc:sldMk cId="2111989317" sldId="260"/>
            <ac:cxnSpMk id="12" creationId="{3352F15C-C2BD-924E-A3B4-7F14D827509F}"/>
          </ac:cxnSpMkLst>
        </pc:cxnChg>
      </pc:sldChg>
      <pc:sldChg chg="addSp modSp mod ord">
        <pc:chgData name="Hebrida Neto" userId="c146294335f3bfc0" providerId="LiveId" clId="{B272D936-58F0-4904-8A4C-77A85B764A1A}" dt="2026-03-01T16:03:32.111" v="624" actId="1076"/>
        <pc:sldMkLst>
          <pc:docMk/>
          <pc:sldMk cId="3728749424" sldId="261"/>
        </pc:sldMkLst>
        <pc:spChg chg="mod">
          <ac:chgData name="Hebrida Neto" userId="c146294335f3bfc0" providerId="LiveId" clId="{B272D936-58F0-4904-8A4C-77A85B764A1A}" dt="2026-03-01T15:45:23.619" v="151"/>
          <ac:spMkLst>
            <pc:docMk/>
            <pc:sldMk cId="3728749424" sldId="261"/>
            <ac:spMk id="4" creationId="{C1B61F4B-EA04-4F27-8605-6B119CEAF3A4}"/>
          </ac:spMkLst>
        </pc:spChg>
        <pc:spChg chg="mod">
          <ac:chgData name="Hebrida Neto" userId="c146294335f3bfc0" providerId="LiveId" clId="{B272D936-58F0-4904-8A4C-77A85B764A1A}" dt="2026-03-01T16:03:32.111" v="624" actId="1076"/>
          <ac:spMkLst>
            <pc:docMk/>
            <pc:sldMk cId="3728749424" sldId="261"/>
            <ac:spMk id="5" creationId="{2B7BD5FF-BE27-4C00-BC16-BA5680A958C8}"/>
          </ac:spMkLst>
        </pc:spChg>
        <pc:spChg chg="add mod">
          <ac:chgData name="Hebrida Neto" userId="c146294335f3bfc0" providerId="LiveId" clId="{B272D936-58F0-4904-8A4C-77A85B764A1A}" dt="2026-03-01T15:42:45.576" v="111" actId="1076"/>
          <ac:spMkLst>
            <pc:docMk/>
            <pc:sldMk cId="3728749424" sldId="261"/>
            <ac:spMk id="8" creationId="{77010FCA-4B60-3982-116E-95E66FCD1D6C}"/>
          </ac:spMkLst>
        </pc:spChg>
        <pc:spChg chg="mod">
          <ac:chgData name="Hebrida Neto" userId="c146294335f3bfc0" providerId="LiveId" clId="{B272D936-58F0-4904-8A4C-77A85B764A1A}" dt="2026-03-01T16:03:18.193" v="620" actId="1076"/>
          <ac:spMkLst>
            <pc:docMk/>
            <pc:sldMk cId="3728749424" sldId="261"/>
            <ac:spMk id="12" creationId="{F14FF788-7A67-481C-A185-CB7966FBA9AA}"/>
          </ac:spMkLst>
        </pc:spChg>
        <pc:spChg chg="mod">
          <ac:chgData name="Hebrida Neto" userId="c146294335f3bfc0" providerId="LiveId" clId="{B272D936-58F0-4904-8A4C-77A85B764A1A}" dt="2026-03-01T16:03:24.386" v="622" actId="1076"/>
          <ac:spMkLst>
            <pc:docMk/>
            <pc:sldMk cId="3728749424" sldId="261"/>
            <ac:spMk id="13" creationId="{392AF5CD-A350-644B-B738-4D7158AD1679}"/>
          </ac:spMkLst>
        </pc:spChg>
        <pc:grpChg chg="mod">
          <ac:chgData name="Hebrida Neto" userId="c146294335f3bfc0" providerId="LiveId" clId="{B272D936-58F0-4904-8A4C-77A85B764A1A}" dt="2026-03-01T15:45:23.619" v="151"/>
          <ac:grpSpMkLst>
            <pc:docMk/>
            <pc:sldMk cId="3728749424" sldId="261"/>
            <ac:grpSpMk id="2" creationId="{CEC460EC-F3EC-5748-9410-A8884CBE8D5E}"/>
          </ac:grpSpMkLst>
        </pc:grpChg>
        <pc:grpChg chg="mod">
          <ac:chgData name="Hebrida Neto" userId="c146294335f3bfc0" providerId="LiveId" clId="{B272D936-58F0-4904-8A4C-77A85B764A1A}" dt="2026-03-01T15:45:23.619" v="151"/>
          <ac:grpSpMkLst>
            <pc:docMk/>
            <pc:sldMk cId="3728749424" sldId="261"/>
            <ac:grpSpMk id="3" creationId="{4C7C3807-0FB7-F245-8021-4E0406574EE4}"/>
          </ac:grpSpMkLst>
        </pc:grpChg>
        <pc:grpChg chg="mod">
          <ac:chgData name="Hebrida Neto" userId="c146294335f3bfc0" providerId="LiveId" clId="{B272D936-58F0-4904-8A4C-77A85B764A1A}" dt="2026-03-01T16:03:21.654" v="621" actId="1076"/>
          <ac:grpSpMkLst>
            <pc:docMk/>
            <pc:sldMk cId="3728749424" sldId="261"/>
            <ac:grpSpMk id="6" creationId="{9FDD188D-9A2F-7B49-A1CF-91EC0EDAB6D3}"/>
          </ac:grpSpMkLst>
        </pc:grpChg>
        <pc:cxnChg chg="mod">
          <ac:chgData name="Hebrida Neto" userId="c146294335f3bfc0" providerId="LiveId" clId="{B272D936-58F0-4904-8A4C-77A85B764A1A}" dt="2026-03-01T16:03:26.831" v="623" actId="1076"/>
          <ac:cxnSpMkLst>
            <pc:docMk/>
            <pc:sldMk cId="3728749424" sldId="261"/>
            <ac:cxnSpMk id="14" creationId="{17979E29-19F8-BF40-8F24-32FD6A1D211C}"/>
          </ac:cxnSpMkLst>
        </pc:cxnChg>
      </pc:sldChg>
      <pc:sldChg chg="addSp delSp modSp mod ord">
        <pc:chgData name="Hebrida Neto" userId="c146294335f3bfc0" providerId="LiveId" clId="{B272D936-58F0-4904-8A4C-77A85B764A1A}" dt="2026-03-01T15:53:05.447" v="569" actId="1076"/>
        <pc:sldMkLst>
          <pc:docMk/>
          <pc:sldMk cId="2963145459" sldId="262"/>
        </pc:sldMkLst>
        <pc:spChg chg="mod">
          <ac:chgData name="Hebrida Neto" userId="c146294335f3bfc0" providerId="LiveId" clId="{B272D936-58F0-4904-8A4C-77A85B764A1A}" dt="2026-03-01T15:50:08.831" v="382" actId="1076"/>
          <ac:spMkLst>
            <pc:docMk/>
            <pc:sldMk cId="2963145459" sldId="262"/>
            <ac:spMk id="51" creationId="{1E415D1D-BC78-A793-B418-D5EDBD0A8D19}"/>
          </ac:spMkLst>
        </pc:spChg>
        <pc:spChg chg="del">
          <ac:chgData name="Hebrida Neto" userId="c146294335f3bfc0" providerId="LiveId" clId="{B272D936-58F0-4904-8A4C-77A85B764A1A}" dt="2026-03-01T15:52:15.907" v="559" actId="478"/>
          <ac:spMkLst>
            <pc:docMk/>
            <pc:sldMk cId="2963145459" sldId="262"/>
            <ac:spMk id="54" creationId="{6D1D39B2-8582-069C-EBB5-4AD58A83B1AC}"/>
          </ac:spMkLst>
        </pc:spChg>
        <pc:grpChg chg="del">
          <ac:chgData name="Hebrida Neto" userId="c146294335f3bfc0" providerId="LiveId" clId="{B272D936-58F0-4904-8A4C-77A85B764A1A}" dt="2026-03-01T15:52:15.907" v="559" actId="478"/>
          <ac:grpSpMkLst>
            <pc:docMk/>
            <pc:sldMk cId="2963145459" sldId="262"/>
            <ac:grpSpMk id="48" creationId="{FC3504CD-F030-DEB3-BEC0-CD488FF87D45}"/>
          </ac:grpSpMkLst>
        </pc:grpChg>
        <pc:picChg chg="add mod">
          <ac:chgData name="Hebrida Neto" userId="c146294335f3bfc0" providerId="LiveId" clId="{B272D936-58F0-4904-8A4C-77A85B764A1A}" dt="2026-03-01T15:53:05.447" v="569" actId="1076"/>
          <ac:picMkLst>
            <pc:docMk/>
            <pc:sldMk cId="2963145459" sldId="262"/>
            <ac:picMk id="2" creationId="{0398EB0B-AB0E-DAF6-6ED9-17BE402F4ABE}"/>
          </ac:picMkLst>
        </pc:picChg>
      </pc:sldChg>
      <pc:sldChg chg="del">
        <pc:chgData name="Hebrida Neto" userId="c146294335f3bfc0" providerId="LiveId" clId="{B272D936-58F0-4904-8A4C-77A85B764A1A}" dt="2026-03-01T16:38:07.680" v="1010" actId="47"/>
        <pc:sldMkLst>
          <pc:docMk/>
          <pc:sldMk cId="1442072797" sldId="265"/>
        </pc:sldMkLst>
      </pc:sldChg>
      <pc:sldChg chg="addSp delSp modSp mod ord">
        <pc:chgData name="Hebrida Neto" userId="c146294335f3bfc0" providerId="LiveId" clId="{B272D936-58F0-4904-8A4C-77A85B764A1A}" dt="2026-03-01T15:57:28.564" v="585" actId="1076"/>
        <pc:sldMkLst>
          <pc:docMk/>
          <pc:sldMk cId="1540721633" sldId="266"/>
        </pc:sldMkLst>
        <pc:spChg chg="mod">
          <ac:chgData name="Hebrida Neto" userId="c146294335f3bfc0" providerId="LiveId" clId="{B272D936-58F0-4904-8A4C-77A85B764A1A}" dt="2026-03-01T15:56:29.721" v="578"/>
          <ac:spMkLst>
            <pc:docMk/>
            <pc:sldMk cId="1540721633" sldId="266"/>
            <ac:spMk id="27" creationId="{BA641D07-6C4C-738E-B66C-D9B2AE5D5D4E}"/>
          </ac:spMkLst>
        </pc:spChg>
        <pc:spChg chg="mod">
          <ac:chgData name="Hebrida Neto" userId="c146294335f3bfc0" providerId="LiveId" clId="{B272D936-58F0-4904-8A4C-77A85B764A1A}" dt="2026-03-01T15:56:29.721" v="578"/>
          <ac:spMkLst>
            <pc:docMk/>
            <pc:sldMk cId="1540721633" sldId="266"/>
            <ac:spMk id="29" creationId="{3919270A-699A-137C-084C-D76BCADB9CAE}"/>
          </ac:spMkLst>
        </pc:spChg>
        <pc:spChg chg="del mod">
          <ac:chgData name="Hebrida Neto" userId="c146294335f3bfc0" providerId="LiveId" clId="{B272D936-58F0-4904-8A4C-77A85B764A1A}" dt="2026-03-01T15:57:22.275" v="583" actId="478"/>
          <ac:spMkLst>
            <pc:docMk/>
            <pc:sldMk cId="1540721633" sldId="266"/>
            <ac:spMk id="30" creationId="{601A6775-4E62-04FA-EC5E-DDD306FF29A5}"/>
          </ac:spMkLst>
        </pc:spChg>
        <pc:grpChg chg="mod">
          <ac:chgData name="Hebrida Neto" userId="c146294335f3bfc0" providerId="LiveId" clId="{B272D936-58F0-4904-8A4C-77A85B764A1A}" dt="2026-03-01T15:56:29.721" v="578"/>
          <ac:grpSpMkLst>
            <pc:docMk/>
            <pc:sldMk cId="1540721633" sldId="266"/>
            <ac:grpSpMk id="24" creationId="{25E25720-76A1-0A8B-17E5-A2F554CDD39F}"/>
          </ac:grpSpMkLst>
        </pc:grpChg>
        <pc:grpChg chg="del mod">
          <ac:chgData name="Hebrida Neto" userId="c146294335f3bfc0" providerId="LiveId" clId="{B272D936-58F0-4904-8A4C-77A85B764A1A}" dt="2026-03-01T15:57:22.275" v="583" actId="478"/>
          <ac:grpSpMkLst>
            <pc:docMk/>
            <pc:sldMk cId="1540721633" sldId="266"/>
            <ac:grpSpMk id="25" creationId="{FD21AD21-4074-40C7-4120-2464CB8EE66B}"/>
          </ac:grpSpMkLst>
        </pc:grpChg>
        <pc:grpChg chg="mod">
          <ac:chgData name="Hebrida Neto" userId="c146294335f3bfc0" providerId="LiveId" clId="{B272D936-58F0-4904-8A4C-77A85B764A1A}" dt="2026-03-01T15:56:29.721" v="578"/>
          <ac:grpSpMkLst>
            <pc:docMk/>
            <pc:sldMk cId="1540721633" sldId="266"/>
            <ac:grpSpMk id="26" creationId="{7BD3EB91-A397-A401-82EA-88043233777A}"/>
          </ac:grpSpMkLst>
        </pc:grpChg>
        <pc:picChg chg="add mod">
          <ac:chgData name="Hebrida Neto" userId="c146294335f3bfc0" providerId="LiveId" clId="{B272D936-58F0-4904-8A4C-77A85B764A1A}" dt="2026-03-01T15:57:28.564" v="585" actId="1076"/>
          <ac:picMkLst>
            <pc:docMk/>
            <pc:sldMk cId="1540721633" sldId="266"/>
            <ac:picMk id="2" creationId="{18BCDDE5-1488-B997-60F5-85C98D61D757}"/>
          </ac:picMkLst>
        </pc:picChg>
        <pc:cxnChg chg="mod">
          <ac:chgData name="Hebrida Neto" userId="c146294335f3bfc0" providerId="LiveId" clId="{B272D936-58F0-4904-8A4C-77A85B764A1A}" dt="2026-03-01T15:56:29.721" v="578"/>
          <ac:cxnSpMkLst>
            <pc:docMk/>
            <pc:sldMk cId="1540721633" sldId="266"/>
            <ac:cxnSpMk id="28" creationId="{7C1D0F6D-0AAA-8E5A-C913-C59C2CC9A93C}"/>
          </ac:cxnSpMkLst>
        </pc:cxnChg>
      </pc:sldChg>
      <pc:sldChg chg="ord">
        <pc:chgData name="Hebrida Neto" userId="c146294335f3bfc0" providerId="LiveId" clId="{B272D936-58F0-4904-8A4C-77A85B764A1A}" dt="2026-03-01T16:38:01.353" v="1009"/>
        <pc:sldMkLst>
          <pc:docMk/>
          <pc:sldMk cId="2404721448" sldId="270"/>
        </pc:sldMkLst>
      </pc:sldChg>
      <pc:sldChg chg="del">
        <pc:chgData name="Hebrida Neto" userId="c146294335f3bfc0" providerId="LiveId" clId="{B272D936-58F0-4904-8A4C-77A85B764A1A}" dt="2026-03-01T16:38:41.864" v="1011" actId="47"/>
        <pc:sldMkLst>
          <pc:docMk/>
          <pc:sldMk cId="2687488368" sldId="282"/>
        </pc:sldMkLst>
      </pc:sldChg>
      <pc:sldChg chg="del">
        <pc:chgData name="Hebrida Neto" userId="c146294335f3bfc0" providerId="LiveId" clId="{B272D936-58F0-4904-8A4C-77A85B764A1A}" dt="2026-03-01T16:38:41.864" v="1011" actId="47"/>
        <pc:sldMkLst>
          <pc:docMk/>
          <pc:sldMk cId="1912837883" sldId="283"/>
        </pc:sldMkLst>
      </pc:sldChg>
      <pc:sldChg chg="del">
        <pc:chgData name="Hebrida Neto" userId="c146294335f3bfc0" providerId="LiveId" clId="{B272D936-58F0-4904-8A4C-77A85B764A1A}" dt="2026-03-01T16:38:41.864" v="1011" actId="47"/>
        <pc:sldMkLst>
          <pc:docMk/>
          <pc:sldMk cId="1323003816" sldId="284"/>
        </pc:sldMkLst>
      </pc:sldChg>
      <pc:sldChg chg="modSp add mod">
        <pc:chgData name="Hebrida Neto" userId="c146294335f3bfc0" providerId="LiveId" clId="{B272D936-58F0-4904-8A4C-77A85B764A1A}" dt="2026-03-01T16:20:10.671" v="830" actId="14100"/>
        <pc:sldMkLst>
          <pc:docMk/>
          <pc:sldMk cId="1811217471" sldId="292"/>
        </pc:sldMkLst>
        <pc:spChg chg="mod">
          <ac:chgData name="Hebrida Neto" userId="c146294335f3bfc0" providerId="LiveId" clId="{B272D936-58F0-4904-8A4C-77A85B764A1A}" dt="2026-03-01T16:19:52.366" v="824" actId="403"/>
          <ac:spMkLst>
            <pc:docMk/>
            <pc:sldMk cId="1811217471" sldId="292"/>
            <ac:spMk id="25" creationId="{F933F665-0D8B-C814-E311-D31030AC31DB}"/>
          </ac:spMkLst>
        </pc:spChg>
        <pc:spChg chg="mod">
          <ac:chgData name="Hebrida Neto" userId="c146294335f3bfc0" providerId="LiveId" clId="{B272D936-58F0-4904-8A4C-77A85B764A1A}" dt="2026-03-01T16:20:10.671" v="830" actId="14100"/>
          <ac:spMkLst>
            <pc:docMk/>
            <pc:sldMk cId="1811217471" sldId="292"/>
            <ac:spMk id="26" creationId="{4BAFF948-A2C0-72B7-2B11-431416B0BB14}"/>
          </ac:spMkLst>
        </pc:spChg>
        <pc:spChg chg="mod">
          <ac:chgData name="Hebrida Neto" userId="c146294335f3bfc0" providerId="LiveId" clId="{B272D936-58F0-4904-8A4C-77A85B764A1A}" dt="2026-03-01T15:50:42.475" v="408" actId="20577"/>
          <ac:spMkLst>
            <pc:docMk/>
            <pc:sldMk cId="1811217471" sldId="292"/>
            <ac:spMk id="28" creationId="{E0D25710-35C3-C8FF-18D7-02D6759FB3C2}"/>
          </ac:spMkLst>
        </pc:spChg>
        <pc:spChg chg="mod">
          <ac:chgData name="Hebrida Neto" userId="c146294335f3bfc0" providerId="LiveId" clId="{B272D936-58F0-4904-8A4C-77A85B764A1A}" dt="2026-03-01T16:20:00.401" v="826" actId="1076"/>
          <ac:spMkLst>
            <pc:docMk/>
            <pc:sldMk cId="1811217471" sldId="292"/>
            <ac:spMk id="40" creationId="{6BD34EF8-682B-AB10-B16D-4961EAB90420}"/>
          </ac:spMkLst>
        </pc:spChg>
        <pc:spChg chg="mod">
          <ac:chgData name="Hebrida Neto" userId="c146294335f3bfc0" providerId="LiveId" clId="{B272D936-58F0-4904-8A4C-77A85B764A1A}" dt="2026-03-01T16:19:47.432" v="821" actId="403"/>
          <ac:spMkLst>
            <pc:docMk/>
            <pc:sldMk cId="1811217471" sldId="292"/>
            <ac:spMk id="44" creationId="{3E67C3B0-8291-A4FB-D9E0-4120AA9E8195}"/>
          </ac:spMkLst>
        </pc:spChg>
      </pc:sldChg>
      <pc:sldChg chg="modSp add del mod">
        <pc:chgData name="Hebrida Neto" userId="c146294335f3bfc0" providerId="LiveId" clId="{B272D936-58F0-4904-8A4C-77A85B764A1A}" dt="2026-03-01T15:43:51.785" v="136" actId="47"/>
        <pc:sldMkLst>
          <pc:docMk/>
          <pc:sldMk cId="2403341520" sldId="292"/>
        </pc:sldMkLst>
        <pc:spChg chg="mod">
          <ac:chgData name="Hebrida Neto" userId="c146294335f3bfc0" providerId="LiveId" clId="{B272D936-58F0-4904-8A4C-77A85B764A1A}" dt="2026-03-01T15:43:45.911" v="135" actId="20577"/>
          <ac:spMkLst>
            <pc:docMk/>
            <pc:sldMk cId="2403341520" sldId="292"/>
            <ac:spMk id="6" creationId="{AE6F4286-438C-4A61-DE6E-E397DBBBC208}"/>
          </ac:spMkLst>
        </pc:spChg>
      </pc:sldChg>
      <pc:sldChg chg="addSp delSp modSp add mod">
        <pc:chgData name="Hebrida Neto" userId="c146294335f3bfc0" providerId="LiveId" clId="{B272D936-58F0-4904-8A4C-77A85B764A1A}" dt="2026-03-01T15:52:53.163" v="567" actId="1076"/>
        <pc:sldMkLst>
          <pc:docMk/>
          <pc:sldMk cId="721009483" sldId="293"/>
        </pc:sldMkLst>
        <pc:spChg chg="mod">
          <ac:chgData name="Hebrida Neto" userId="c146294335f3bfc0" providerId="LiveId" clId="{B272D936-58F0-4904-8A4C-77A85B764A1A}" dt="2026-03-01T15:52:51.376" v="566" actId="1076"/>
          <ac:spMkLst>
            <pc:docMk/>
            <pc:sldMk cId="721009483" sldId="293"/>
            <ac:spMk id="51" creationId="{BC55ED5A-8E96-4850-B241-2C21FC46DD1B}"/>
          </ac:spMkLst>
        </pc:spChg>
        <pc:picChg chg="del">
          <ac:chgData name="Hebrida Neto" userId="c146294335f3bfc0" providerId="LiveId" clId="{B272D936-58F0-4904-8A4C-77A85B764A1A}" dt="2026-03-01T15:52:42.645" v="563" actId="478"/>
          <ac:picMkLst>
            <pc:docMk/>
            <pc:sldMk cId="721009483" sldId="293"/>
            <ac:picMk id="2" creationId="{A538C7F2-D8BD-8502-C951-928D602B9266}"/>
          </ac:picMkLst>
        </pc:picChg>
        <pc:picChg chg="add mod">
          <ac:chgData name="Hebrida Neto" userId="c146294335f3bfc0" providerId="LiveId" clId="{B272D936-58F0-4904-8A4C-77A85B764A1A}" dt="2026-03-01T15:52:53.163" v="567" actId="1076"/>
          <ac:picMkLst>
            <pc:docMk/>
            <pc:sldMk cId="721009483" sldId="293"/>
            <ac:picMk id="3" creationId="{8FB9C253-28B0-315F-8C85-BBF2BA254519}"/>
          </ac:picMkLst>
        </pc:picChg>
      </pc:sldChg>
      <pc:sldChg chg="add">
        <pc:chgData name="Hebrida Neto" userId="c146294335f3bfc0" providerId="LiveId" clId="{B272D936-58F0-4904-8A4C-77A85B764A1A}" dt="2026-03-01T15:53:18.988" v="570" actId="2890"/>
        <pc:sldMkLst>
          <pc:docMk/>
          <pc:sldMk cId="3122283645" sldId="294"/>
        </pc:sldMkLst>
      </pc:sldChg>
      <pc:sldChg chg="addSp delSp modSp add mod">
        <pc:chgData name="Hebrida Neto" userId="c146294335f3bfc0" providerId="LiveId" clId="{B272D936-58F0-4904-8A4C-77A85B764A1A}" dt="2026-03-01T16:04:11.718" v="630" actId="1076"/>
        <pc:sldMkLst>
          <pc:docMk/>
          <pc:sldMk cId="1191022504" sldId="295"/>
        </pc:sldMkLst>
        <pc:spChg chg="add mod">
          <ac:chgData name="Hebrida Neto" userId="c146294335f3bfc0" providerId="LiveId" clId="{B272D936-58F0-4904-8A4C-77A85B764A1A}" dt="2026-03-01T16:04:11.718" v="630" actId="1076"/>
          <ac:spMkLst>
            <pc:docMk/>
            <pc:sldMk cId="1191022504" sldId="295"/>
            <ac:spMk id="4" creationId="{73F96D1B-F2C1-6A24-F5C0-C6EAE9D84B24}"/>
          </ac:spMkLst>
        </pc:spChg>
        <pc:grpChg chg="mod">
          <ac:chgData name="Hebrida Neto" userId="c146294335f3bfc0" providerId="LiveId" clId="{B272D936-58F0-4904-8A4C-77A85B764A1A}" dt="2026-03-01T16:04:08.805" v="629" actId="1076"/>
          <ac:grpSpMkLst>
            <pc:docMk/>
            <pc:sldMk cId="1191022504" sldId="295"/>
            <ac:grpSpMk id="24" creationId="{9E4F7013-60E0-3D4B-1AF3-B7E5075063BB}"/>
          </ac:grpSpMkLst>
        </pc:grpChg>
        <pc:picChg chg="del">
          <ac:chgData name="Hebrida Neto" userId="c146294335f3bfc0" providerId="LiveId" clId="{B272D936-58F0-4904-8A4C-77A85B764A1A}" dt="2026-03-01T15:57:52.376" v="587" actId="478"/>
          <ac:picMkLst>
            <pc:docMk/>
            <pc:sldMk cId="1191022504" sldId="295"/>
            <ac:picMk id="2" creationId="{2ACACA77-DE93-7019-8BFD-ECE5D9E25708}"/>
          </ac:picMkLst>
        </pc:picChg>
      </pc:sldChg>
      <pc:sldChg chg="modSp add mod">
        <pc:chgData name="Hebrida Neto" userId="c146294335f3bfc0" providerId="LiveId" clId="{B272D936-58F0-4904-8A4C-77A85B764A1A}" dt="2026-03-01T16:01:33.161" v="610" actId="255"/>
        <pc:sldMkLst>
          <pc:docMk/>
          <pc:sldMk cId="3621246941" sldId="296"/>
        </pc:sldMkLst>
        <pc:spChg chg="mod">
          <ac:chgData name="Hebrida Neto" userId="c146294335f3bfc0" providerId="LiveId" clId="{B272D936-58F0-4904-8A4C-77A85B764A1A}" dt="2026-03-01T16:00:51.058" v="606"/>
          <ac:spMkLst>
            <pc:docMk/>
            <pc:sldMk cId="3621246941" sldId="296"/>
            <ac:spMk id="4" creationId="{2E5A5F65-3F3E-4C90-57FE-F6B0CDE3C507}"/>
          </ac:spMkLst>
        </pc:spChg>
        <pc:spChg chg="mod">
          <ac:chgData name="Hebrida Neto" userId="c146294335f3bfc0" providerId="LiveId" clId="{B272D936-58F0-4904-8A4C-77A85B764A1A}" dt="2026-03-01T16:01:33.161" v="610" actId="255"/>
          <ac:spMkLst>
            <pc:docMk/>
            <pc:sldMk cId="3621246941" sldId="296"/>
            <ac:spMk id="5" creationId="{2E14BA76-4E36-1966-69F8-89319A138F71}"/>
          </ac:spMkLst>
        </pc:spChg>
        <pc:spChg chg="mod">
          <ac:chgData name="Hebrida Neto" userId="c146294335f3bfc0" providerId="LiveId" clId="{B272D936-58F0-4904-8A4C-77A85B764A1A}" dt="2026-03-01T16:00:51.058" v="606"/>
          <ac:spMkLst>
            <pc:docMk/>
            <pc:sldMk cId="3621246941" sldId="296"/>
            <ac:spMk id="13" creationId="{6398B84C-FFE9-038F-33B5-DB729D9B1DF1}"/>
          </ac:spMkLst>
        </pc:spChg>
        <pc:grpChg chg="mod">
          <ac:chgData name="Hebrida Neto" userId="c146294335f3bfc0" providerId="LiveId" clId="{B272D936-58F0-4904-8A4C-77A85B764A1A}" dt="2026-03-01T16:00:51.058" v="606"/>
          <ac:grpSpMkLst>
            <pc:docMk/>
            <pc:sldMk cId="3621246941" sldId="296"/>
            <ac:grpSpMk id="2" creationId="{22127DA6-3C57-06FC-476D-6213BA790626}"/>
          </ac:grpSpMkLst>
        </pc:grpChg>
        <pc:grpChg chg="mod">
          <ac:chgData name="Hebrida Neto" userId="c146294335f3bfc0" providerId="LiveId" clId="{B272D936-58F0-4904-8A4C-77A85B764A1A}" dt="2026-03-01T16:00:51.058" v="606"/>
          <ac:grpSpMkLst>
            <pc:docMk/>
            <pc:sldMk cId="3621246941" sldId="296"/>
            <ac:grpSpMk id="3" creationId="{6875594E-0D6C-3D2C-B144-8B9F9B1F9162}"/>
          </ac:grpSpMkLst>
        </pc:grpChg>
        <pc:grpChg chg="mod">
          <ac:chgData name="Hebrida Neto" userId="c146294335f3bfc0" providerId="LiveId" clId="{B272D936-58F0-4904-8A4C-77A85B764A1A}" dt="2026-03-01T16:00:51.058" v="606"/>
          <ac:grpSpMkLst>
            <pc:docMk/>
            <pc:sldMk cId="3621246941" sldId="296"/>
            <ac:grpSpMk id="6" creationId="{8B06B81B-6345-DD1D-0463-7B884A8282DB}"/>
          </ac:grpSpMkLst>
        </pc:grpChg>
        <pc:cxnChg chg="mod">
          <ac:chgData name="Hebrida Neto" userId="c146294335f3bfc0" providerId="LiveId" clId="{B272D936-58F0-4904-8A4C-77A85B764A1A}" dt="2026-03-01T16:00:51.058" v="606"/>
          <ac:cxnSpMkLst>
            <pc:docMk/>
            <pc:sldMk cId="3621246941" sldId="296"/>
            <ac:cxnSpMk id="14" creationId="{BC372851-24BE-F34E-60E2-15E8696A7383}"/>
          </ac:cxnSpMkLst>
        </pc:cxnChg>
      </pc:sldChg>
      <pc:sldChg chg="modSp add mod">
        <pc:chgData name="Hebrida Neto" userId="c146294335f3bfc0" providerId="LiveId" clId="{B272D936-58F0-4904-8A4C-77A85B764A1A}" dt="2026-03-01T16:05:38.124" v="641" actId="5793"/>
        <pc:sldMkLst>
          <pc:docMk/>
          <pc:sldMk cId="161154193" sldId="297"/>
        </pc:sldMkLst>
        <pc:spChg chg="mod">
          <ac:chgData name="Hebrida Neto" userId="c146294335f3bfc0" providerId="LiveId" clId="{B272D936-58F0-4904-8A4C-77A85B764A1A}" dt="2026-03-01T16:05:12.860" v="636"/>
          <ac:spMkLst>
            <pc:docMk/>
            <pc:sldMk cId="161154193" sldId="297"/>
            <ac:spMk id="4" creationId="{A217443D-69B2-E72D-EEA0-009399245DD9}"/>
          </ac:spMkLst>
        </pc:spChg>
        <pc:spChg chg="mod">
          <ac:chgData name="Hebrida Neto" userId="c146294335f3bfc0" providerId="LiveId" clId="{B272D936-58F0-4904-8A4C-77A85B764A1A}" dt="2026-03-01T16:05:38.124" v="641" actId="5793"/>
          <ac:spMkLst>
            <pc:docMk/>
            <pc:sldMk cId="161154193" sldId="297"/>
            <ac:spMk id="5" creationId="{1C6E196D-8275-27C5-A02C-D547C3168DC3}"/>
          </ac:spMkLst>
        </pc:spChg>
        <pc:spChg chg="mod">
          <ac:chgData name="Hebrida Neto" userId="c146294335f3bfc0" providerId="LiveId" clId="{B272D936-58F0-4904-8A4C-77A85B764A1A}" dt="2026-03-01T16:05:12.860" v="636"/>
          <ac:spMkLst>
            <pc:docMk/>
            <pc:sldMk cId="161154193" sldId="297"/>
            <ac:spMk id="13" creationId="{379F05B3-5A0B-C25D-38AD-C1507A4C5234}"/>
          </ac:spMkLst>
        </pc:spChg>
        <pc:grpChg chg="mod">
          <ac:chgData name="Hebrida Neto" userId="c146294335f3bfc0" providerId="LiveId" clId="{B272D936-58F0-4904-8A4C-77A85B764A1A}" dt="2026-03-01T16:05:12.860" v="636"/>
          <ac:grpSpMkLst>
            <pc:docMk/>
            <pc:sldMk cId="161154193" sldId="297"/>
            <ac:grpSpMk id="2" creationId="{D59AA83F-DA87-DA1F-14D6-2E0E13B5F172}"/>
          </ac:grpSpMkLst>
        </pc:grpChg>
        <pc:grpChg chg="mod">
          <ac:chgData name="Hebrida Neto" userId="c146294335f3bfc0" providerId="LiveId" clId="{B272D936-58F0-4904-8A4C-77A85B764A1A}" dt="2026-03-01T16:05:12.860" v="636"/>
          <ac:grpSpMkLst>
            <pc:docMk/>
            <pc:sldMk cId="161154193" sldId="297"/>
            <ac:grpSpMk id="3" creationId="{74E632F5-7B7A-E672-5DB3-A980AEFD969C}"/>
          </ac:grpSpMkLst>
        </pc:grpChg>
        <pc:grpChg chg="mod">
          <ac:chgData name="Hebrida Neto" userId="c146294335f3bfc0" providerId="LiveId" clId="{B272D936-58F0-4904-8A4C-77A85B764A1A}" dt="2026-03-01T16:05:12.860" v="636"/>
          <ac:grpSpMkLst>
            <pc:docMk/>
            <pc:sldMk cId="161154193" sldId="297"/>
            <ac:grpSpMk id="6" creationId="{448EAEB8-398C-92A3-C3E8-A6E1D01A3566}"/>
          </ac:grpSpMkLst>
        </pc:grpChg>
        <pc:cxnChg chg="mod">
          <ac:chgData name="Hebrida Neto" userId="c146294335f3bfc0" providerId="LiveId" clId="{B272D936-58F0-4904-8A4C-77A85B764A1A}" dt="2026-03-01T16:05:12.860" v="636"/>
          <ac:cxnSpMkLst>
            <pc:docMk/>
            <pc:sldMk cId="161154193" sldId="297"/>
            <ac:cxnSpMk id="14" creationId="{7522BFB1-67AA-8B95-AEF7-3DF0886387FF}"/>
          </ac:cxnSpMkLst>
        </pc:cxnChg>
      </pc:sldChg>
      <pc:sldChg chg="modSp add mod">
        <pc:chgData name="Hebrida Neto" userId="c146294335f3bfc0" providerId="LiveId" clId="{B272D936-58F0-4904-8A4C-77A85B764A1A}" dt="2026-03-01T16:11:14.028" v="696" actId="404"/>
        <pc:sldMkLst>
          <pc:docMk/>
          <pc:sldMk cId="1674169528" sldId="298"/>
        </pc:sldMkLst>
        <pc:spChg chg="mod">
          <ac:chgData name="Hebrida Neto" userId="c146294335f3bfc0" providerId="LiveId" clId="{B272D936-58F0-4904-8A4C-77A85B764A1A}" dt="2026-03-01T16:10:10.281" v="692"/>
          <ac:spMkLst>
            <pc:docMk/>
            <pc:sldMk cId="1674169528" sldId="298"/>
            <ac:spMk id="4" creationId="{04C1F1B5-DE2A-E0EB-50E0-7307AED8D2C6}"/>
          </ac:spMkLst>
        </pc:spChg>
        <pc:spChg chg="mod">
          <ac:chgData name="Hebrida Neto" userId="c146294335f3bfc0" providerId="LiveId" clId="{B272D936-58F0-4904-8A4C-77A85B764A1A}" dt="2026-03-01T16:11:14.028" v="696" actId="404"/>
          <ac:spMkLst>
            <pc:docMk/>
            <pc:sldMk cId="1674169528" sldId="298"/>
            <ac:spMk id="5" creationId="{83D488BA-2C98-22B7-34F6-416F0A664997}"/>
          </ac:spMkLst>
        </pc:spChg>
        <pc:spChg chg="mod">
          <ac:chgData name="Hebrida Neto" userId="c146294335f3bfc0" providerId="LiveId" clId="{B272D936-58F0-4904-8A4C-77A85B764A1A}" dt="2026-03-01T16:10:10.281" v="692"/>
          <ac:spMkLst>
            <pc:docMk/>
            <pc:sldMk cId="1674169528" sldId="298"/>
            <ac:spMk id="13" creationId="{4D8012EB-EBC2-2851-38D6-D339C757EF99}"/>
          </ac:spMkLst>
        </pc:spChg>
        <pc:grpChg chg="mod">
          <ac:chgData name="Hebrida Neto" userId="c146294335f3bfc0" providerId="LiveId" clId="{B272D936-58F0-4904-8A4C-77A85B764A1A}" dt="2026-03-01T16:10:10.281" v="692"/>
          <ac:grpSpMkLst>
            <pc:docMk/>
            <pc:sldMk cId="1674169528" sldId="298"/>
            <ac:grpSpMk id="2" creationId="{6C5AE1DB-3726-7875-351A-15B0FED44592}"/>
          </ac:grpSpMkLst>
        </pc:grpChg>
        <pc:grpChg chg="mod">
          <ac:chgData name="Hebrida Neto" userId="c146294335f3bfc0" providerId="LiveId" clId="{B272D936-58F0-4904-8A4C-77A85B764A1A}" dt="2026-03-01T16:10:10.281" v="692"/>
          <ac:grpSpMkLst>
            <pc:docMk/>
            <pc:sldMk cId="1674169528" sldId="298"/>
            <ac:grpSpMk id="3" creationId="{E34DA5F6-B01A-7EBA-C1E8-3CC9E5DFB81D}"/>
          </ac:grpSpMkLst>
        </pc:grpChg>
        <pc:grpChg chg="mod">
          <ac:chgData name="Hebrida Neto" userId="c146294335f3bfc0" providerId="LiveId" clId="{B272D936-58F0-4904-8A4C-77A85B764A1A}" dt="2026-03-01T16:10:10.281" v="692"/>
          <ac:grpSpMkLst>
            <pc:docMk/>
            <pc:sldMk cId="1674169528" sldId="298"/>
            <ac:grpSpMk id="6" creationId="{4E1DD1BD-4498-B8A5-9C39-8B6E185F0B1A}"/>
          </ac:grpSpMkLst>
        </pc:grpChg>
        <pc:cxnChg chg="mod">
          <ac:chgData name="Hebrida Neto" userId="c146294335f3bfc0" providerId="LiveId" clId="{B272D936-58F0-4904-8A4C-77A85B764A1A}" dt="2026-03-01T16:10:10.281" v="692"/>
          <ac:cxnSpMkLst>
            <pc:docMk/>
            <pc:sldMk cId="1674169528" sldId="298"/>
            <ac:cxnSpMk id="14" creationId="{64D6AC2C-B047-F95F-F282-0C22115B129E}"/>
          </ac:cxnSpMkLst>
        </pc:cxnChg>
      </pc:sldChg>
      <pc:sldChg chg="modSp add mod ord">
        <pc:chgData name="Hebrida Neto" userId="c146294335f3bfc0" providerId="LiveId" clId="{B272D936-58F0-4904-8A4C-77A85B764A1A}" dt="2026-03-01T16:11:21.771" v="698"/>
        <pc:sldMkLst>
          <pc:docMk/>
          <pc:sldMk cId="3890400549" sldId="299"/>
        </pc:sldMkLst>
        <pc:spChg chg="mod">
          <ac:chgData name="Hebrida Neto" userId="c146294335f3bfc0" providerId="LiveId" clId="{B272D936-58F0-4904-8A4C-77A85B764A1A}" dt="2026-03-01T16:08:11.609" v="669" actId="1076"/>
          <ac:spMkLst>
            <pc:docMk/>
            <pc:sldMk cId="3890400549" sldId="299"/>
            <ac:spMk id="4" creationId="{1231994D-60C5-309E-00E3-9C139AFB1337}"/>
          </ac:spMkLst>
        </pc:spChg>
        <pc:spChg chg="mod">
          <ac:chgData name="Hebrida Neto" userId="c146294335f3bfc0" providerId="LiveId" clId="{B272D936-58F0-4904-8A4C-77A85B764A1A}" dt="2026-03-01T16:09:48.996" v="674" actId="20577"/>
          <ac:spMkLst>
            <pc:docMk/>
            <pc:sldMk cId="3890400549" sldId="299"/>
            <ac:spMk id="27" creationId="{C8682C7C-13FA-30D1-57B1-06BADAC9B48A}"/>
          </ac:spMkLst>
        </pc:spChg>
        <pc:spChg chg="mod">
          <ac:chgData name="Hebrida Neto" userId="c146294335f3bfc0" providerId="LiveId" clId="{B272D936-58F0-4904-8A4C-77A85B764A1A}" dt="2026-03-01T16:08:53.098" v="670"/>
          <ac:spMkLst>
            <pc:docMk/>
            <pc:sldMk cId="3890400549" sldId="299"/>
            <ac:spMk id="29" creationId="{1FEC03A8-0224-B568-06D1-2F475BB1C1D3}"/>
          </ac:spMkLst>
        </pc:spChg>
        <pc:grpChg chg="mod">
          <ac:chgData name="Hebrida Neto" userId="c146294335f3bfc0" providerId="LiveId" clId="{B272D936-58F0-4904-8A4C-77A85B764A1A}" dt="2026-03-01T16:08:53.098" v="670"/>
          <ac:grpSpMkLst>
            <pc:docMk/>
            <pc:sldMk cId="3890400549" sldId="299"/>
            <ac:grpSpMk id="24" creationId="{23FD8FB5-F467-829A-1991-44FFF951CFF6}"/>
          </ac:grpSpMkLst>
        </pc:grpChg>
        <pc:grpChg chg="mod">
          <ac:chgData name="Hebrida Neto" userId="c146294335f3bfc0" providerId="LiveId" clId="{B272D936-58F0-4904-8A4C-77A85B764A1A}" dt="2026-03-01T16:08:53.098" v="670"/>
          <ac:grpSpMkLst>
            <pc:docMk/>
            <pc:sldMk cId="3890400549" sldId="299"/>
            <ac:grpSpMk id="26" creationId="{063B1AB2-ECBC-9C27-A567-A3321EDC86F8}"/>
          </ac:grpSpMkLst>
        </pc:grpChg>
        <pc:cxnChg chg="mod">
          <ac:chgData name="Hebrida Neto" userId="c146294335f3bfc0" providerId="LiveId" clId="{B272D936-58F0-4904-8A4C-77A85B764A1A}" dt="2026-03-01T16:08:53.098" v="670"/>
          <ac:cxnSpMkLst>
            <pc:docMk/>
            <pc:sldMk cId="3890400549" sldId="299"/>
            <ac:cxnSpMk id="28" creationId="{A08C59B1-5CAB-8873-2B4A-AE5D96E26F28}"/>
          </ac:cxnSpMkLst>
        </pc:cxnChg>
      </pc:sldChg>
      <pc:sldChg chg="modSp add mod ord">
        <pc:chgData name="Hebrida Neto" userId="c146294335f3bfc0" providerId="LiveId" clId="{B272D936-58F0-4904-8A4C-77A85B764A1A}" dt="2026-03-01T16:12:26.288" v="707" actId="6549"/>
        <pc:sldMkLst>
          <pc:docMk/>
          <pc:sldMk cId="3532426441" sldId="300"/>
        </pc:sldMkLst>
        <pc:spChg chg="mod">
          <ac:chgData name="Hebrida Neto" userId="c146294335f3bfc0" providerId="LiveId" clId="{B272D936-58F0-4904-8A4C-77A85B764A1A}" dt="2026-03-01T16:12:02.019" v="702"/>
          <ac:spMkLst>
            <pc:docMk/>
            <pc:sldMk cId="3532426441" sldId="300"/>
            <ac:spMk id="4" creationId="{2A1D88FE-7FCB-9722-7FE9-9C24FD1D08D7}"/>
          </ac:spMkLst>
        </pc:spChg>
        <pc:spChg chg="mod">
          <ac:chgData name="Hebrida Neto" userId="c146294335f3bfc0" providerId="LiveId" clId="{B272D936-58F0-4904-8A4C-77A85B764A1A}" dt="2026-03-01T16:12:26.288" v="707" actId="6549"/>
          <ac:spMkLst>
            <pc:docMk/>
            <pc:sldMk cId="3532426441" sldId="300"/>
            <ac:spMk id="5" creationId="{DA7D2106-3370-3AAE-80B2-4A8DA56C8B84}"/>
          </ac:spMkLst>
        </pc:spChg>
        <pc:spChg chg="mod">
          <ac:chgData name="Hebrida Neto" userId="c146294335f3bfc0" providerId="LiveId" clId="{B272D936-58F0-4904-8A4C-77A85B764A1A}" dt="2026-03-01T16:12:02.019" v="702"/>
          <ac:spMkLst>
            <pc:docMk/>
            <pc:sldMk cId="3532426441" sldId="300"/>
            <ac:spMk id="13" creationId="{356BE79A-A032-583B-9CC9-C3F630ECD457}"/>
          </ac:spMkLst>
        </pc:spChg>
        <pc:grpChg chg="mod">
          <ac:chgData name="Hebrida Neto" userId="c146294335f3bfc0" providerId="LiveId" clId="{B272D936-58F0-4904-8A4C-77A85B764A1A}" dt="2026-03-01T16:12:02.019" v="702"/>
          <ac:grpSpMkLst>
            <pc:docMk/>
            <pc:sldMk cId="3532426441" sldId="300"/>
            <ac:grpSpMk id="2" creationId="{4B5E17A3-8BFA-1C89-293C-E8A13FC010D3}"/>
          </ac:grpSpMkLst>
        </pc:grpChg>
        <pc:grpChg chg="mod">
          <ac:chgData name="Hebrida Neto" userId="c146294335f3bfc0" providerId="LiveId" clId="{B272D936-58F0-4904-8A4C-77A85B764A1A}" dt="2026-03-01T16:12:02.019" v="702"/>
          <ac:grpSpMkLst>
            <pc:docMk/>
            <pc:sldMk cId="3532426441" sldId="300"/>
            <ac:grpSpMk id="3" creationId="{40D28F7F-2D9C-D0DC-65E9-DBBC0A7C1F52}"/>
          </ac:grpSpMkLst>
        </pc:grpChg>
        <pc:grpChg chg="mod">
          <ac:chgData name="Hebrida Neto" userId="c146294335f3bfc0" providerId="LiveId" clId="{B272D936-58F0-4904-8A4C-77A85B764A1A}" dt="2026-03-01T16:12:02.019" v="702"/>
          <ac:grpSpMkLst>
            <pc:docMk/>
            <pc:sldMk cId="3532426441" sldId="300"/>
            <ac:grpSpMk id="6" creationId="{56577806-8F5A-BBF7-1888-EC5D9765B1A5}"/>
          </ac:grpSpMkLst>
        </pc:grpChg>
        <pc:cxnChg chg="mod">
          <ac:chgData name="Hebrida Neto" userId="c146294335f3bfc0" providerId="LiveId" clId="{B272D936-58F0-4904-8A4C-77A85B764A1A}" dt="2026-03-01T16:12:02.019" v="702"/>
          <ac:cxnSpMkLst>
            <pc:docMk/>
            <pc:sldMk cId="3532426441" sldId="300"/>
            <ac:cxnSpMk id="14" creationId="{4DA2CCDA-15A5-B30B-DDFF-5642E14751FC}"/>
          </ac:cxnSpMkLst>
        </pc:cxnChg>
      </pc:sldChg>
      <pc:sldChg chg="modSp add mod">
        <pc:chgData name="Hebrida Neto" userId="c146294335f3bfc0" providerId="LiveId" clId="{B272D936-58F0-4904-8A4C-77A85B764A1A}" dt="2026-03-01T16:13:17.474" v="715" actId="20577"/>
        <pc:sldMkLst>
          <pc:docMk/>
          <pc:sldMk cId="1991192625" sldId="301"/>
        </pc:sldMkLst>
        <pc:spChg chg="mod">
          <ac:chgData name="Hebrida Neto" userId="c146294335f3bfc0" providerId="LiveId" clId="{B272D936-58F0-4904-8A4C-77A85B764A1A}" dt="2026-03-01T16:13:12.903" v="711"/>
          <ac:spMkLst>
            <pc:docMk/>
            <pc:sldMk cId="1991192625" sldId="301"/>
            <ac:spMk id="4" creationId="{1D35F9C9-FC20-E8A4-09D6-CB6ACB26CFE6}"/>
          </ac:spMkLst>
        </pc:spChg>
        <pc:spChg chg="mod">
          <ac:chgData name="Hebrida Neto" userId="c146294335f3bfc0" providerId="LiveId" clId="{B272D936-58F0-4904-8A4C-77A85B764A1A}" dt="2026-03-01T16:13:17.474" v="715" actId="20577"/>
          <ac:spMkLst>
            <pc:docMk/>
            <pc:sldMk cId="1991192625" sldId="301"/>
            <ac:spMk id="5" creationId="{0101DDA6-4CD7-3E06-A693-AE711053151D}"/>
          </ac:spMkLst>
        </pc:spChg>
        <pc:spChg chg="mod">
          <ac:chgData name="Hebrida Neto" userId="c146294335f3bfc0" providerId="LiveId" clId="{B272D936-58F0-4904-8A4C-77A85B764A1A}" dt="2026-03-01T16:13:12.903" v="711"/>
          <ac:spMkLst>
            <pc:docMk/>
            <pc:sldMk cId="1991192625" sldId="301"/>
            <ac:spMk id="13" creationId="{96A2255F-B1B9-8093-44DA-51ECBDA4D653}"/>
          </ac:spMkLst>
        </pc:spChg>
        <pc:grpChg chg="mod">
          <ac:chgData name="Hebrida Neto" userId="c146294335f3bfc0" providerId="LiveId" clId="{B272D936-58F0-4904-8A4C-77A85B764A1A}" dt="2026-03-01T16:13:12.903" v="711"/>
          <ac:grpSpMkLst>
            <pc:docMk/>
            <pc:sldMk cId="1991192625" sldId="301"/>
            <ac:grpSpMk id="2" creationId="{9C282065-24D4-42DC-FAB4-0A14AC7A41F9}"/>
          </ac:grpSpMkLst>
        </pc:grpChg>
        <pc:grpChg chg="mod">
          <ac:chgData name="Hebrida Neto" userId="c146294335f3bfc0" providerId="LiveId" clId="{B272D936-58F0-4904-8A4C-77A85B764A1A}" dt="2026-03-01T16:13:12.903" v="711"/>
          <ac:grpSpMkLst>
            <pc:docMk/>
            <pc:sldMk cId="1991192625" sldId="301"/>
            <ac:grpSpMk id="3" creationId="{91A9AA48-29E9-2319-D85D-3869DCC4EE19}"/>
          </ac:grpSpMkLst>
        </pc:grpChg>
        <pc:grpChg chg="mod">
          <ac:chgData name="Hebrida Neto" userId="c146294335f3bfc0" providerId="LiveId" clId="{B272D936-58F0-4904-8A4C-77A85B764A1A}" dt="2026-03-01T16:13:12.903" v="711"/>
          <ac:grpSpMkLst>
            <pc:docMk/>
            <pc:sldMk cId="1991192625" sldId="301"/>
            <ac:grpSpMk id="6" creationId="{A0E22384-F98A-10B1-8FF9-41ED866CBE0D}"/>
          </ac:grpSpMkLst>
        </pc:grpChg>
        <pc:cxnChg chg="mod">
          <ac:chgData name="Hebrida Neto" userId="c146294335f3bfc0" providerId="LiveId" clId="{B272D936-58F0-4904-8A4C-77A85B764A1A}" dt="2026-03-01T16:13:12.903" v="711"/>
          <ac:cxnSpMkLst>
            <pc:docMk/>
            <pc:sldMk cId="1991192625" sldId="301"/>
            <ac:cxnSpMk id="14" creationId="{FFD9C680-E67B-BFB1-391F-4857E5AB8E4F}"/>
          </ac:cxnSpMkLst>
        </pc:cxnChg>
      </pc:sldChg>
      <pc:sldChg chg="modSp add mod">
        <pc:chgData name="Hebrida Neto" userId="c146294335f3bfc0" providerId="LiveId" clId="{B272D936-58F0-4904-8A4C-77A85B764A1A}" dt="2026-03-01T16:14:13.941" v="725" actId="1076"/>
        <pc:sldMkLst>
          <pc:docMk/>
          <pc:sldMk cId="955277779" sldId="302"/>
        </pc:sldMkLst>
        <pc:spChg chg="mod">
          <ac:chgData name="Hebrida Neto" userId="c146294335f3bfc0" providerId="LiveId" clId="{B272D936-58F0-4904-8A4C-77A85B764A1A}" dt="2026-03-01T16:13:52.963" v="719"/>
          <ac:spMkLst>
            <pc:docMk/>
            <pc:sldMk cId="955277779" sldId="302"/>
            <ac:spMk id="4" creationId="{C0AEDACE-1E74-895B-E7F9-C8EFD57A5DC7}"/>
          </ac:spMkLst>
        </pc:spChg>
        <pc:spChg chg="mod">
          <ac:chgData name="Hebrida Neto" userId="c146294335f3bfc0" providerId="LiveId" clId="{B272D936-58F0-4904-8A4C-77A85B764A1A}" dt="2026-03-01T16:14:13.941" v="725" actId="1076"/>
          <ac:spMkLst>
            <pc:docMk/>
            <pc:sldMk cId="955277779" sldId="302"/>
            <ac:spMk id="5" creationId="{337B157F-4AB1-525A-37DC-763458CFB1EF}"/>
          </ac:spMkLst>
        </pc:spChg>
        <pc:spChg chg="mod">
          <ac:chgData name="Hebrida Neto" userId="c146294335f3bfc0" providerId="LiveId" clId="{B272D936-58F0-4904-8A4C-77A85B764A1A}" dt="2026-03-01T16:14:04.455" v="723" actId="1076"/>
          <ac:spMkLst>
            <pc:docMk/>
            <pc:sldMk cId="955277779" sldId="302"/>
            <ac:spMk id="12" creationId="{24262077-5106-2D50-DFFC-AA95CBCAC8AD}"/>
          </ac:spMkLst>
        </pc:spChg>
        <pc:spChg chg="mod">
          <ac:chgData name="Hebrida Neto" userId="c146294335f3bfc0" providerId="LiveId" clId="{B272D936-58F0-4904-8A4C-77A85B764A1A}" dt="2026-03-01T16:14:10.885" v="724" actId="1076"/>
          <ac:spMkLst>
            <pc:docMk/>
            <pc:sldMk cId="955277779" sldId="302"/>
            <ac:spMk id="13" creationId="{B3D93E0A-F031-5821-554C-5F3E3EC01E02}"/>
          </ac:spMkLst>
        </pc:spChg>
        <pc:grpChg chg="mod">
          <ac:chgData name="Hebrida Neto" userId="c146294335f3bfc0" providerId="LiveId" clId="{B272D936-58F0-4904-8A4C-77A85B764A1A}" dt="2026-03-01T16:13:52.963" v="719"/>
          <ac:grpSpMkLst>
            <pc:docMk/>
            <pc:sldMk cId="955277779" sldId="302"/>
            <ac:grpSpMk id="2" creationId="{5113FD62-9279-3B21-A352-97B73E346DE4}"/>
          </ac:grpSpMkLst>
        </pc:grpChg>
        <pc:grpChg chg="mod">
          <ac:chgData name="Hebrida Neto" userId="c146294335f3bfc0" providerId="LiveId" clId="{B272D936-58F0-4904-8A4C-77A85B764A1A}" dt="2026-03-01T16:13:52.963" v="719"/>
          <ac:grpSpMkLst>
            <pc:docMk/>
            <pc:sldMk cId="955277779" sldId="302"/>
            <ac:grpSpMk id="3" creationId="{22ADCAE7-3C4F-8631-051C-5FC750C4DB38}"/>
          </ac:grpSpMkLst>
        </pc:grpChg>
        <pc:grpChg chg="mod">
          <ac:chgData name="Hebrida Neto" userId="c146294335f3bfc0" providerId="LiveId" clId="{B272D936-58F0-4904-8A4C-77A85B764A1A}" dt="2026-03-01T16:13:52.963" v="719"/>
          <ac:grpSpMkLst>
            <pc:docMk/>
            <pc:sldMk cId="955277779" sldId="302"/>
            <ac:grpSpMk id="6" creationId="{12E58EC2-7D1C-FA59-35B0-1FFB482889BF}"/>
          </ac:grpSpMkLst>
        </pc:grpChg>
        <pc:cxnChg chg="mod">
          <ac:chgData name="Hebrida Neto" userId="c146294335f3bfc0" providerId="LiveId" clId="{B272D936-58F0-4904-8A4C-77A85B764A1A}" dt="2026-03-01T16:14:10.885" v="724" actId="1076"/>
          <ac:cxnSpMkLst>
            <pc:docMk/>
            <pc:sldMk cId="955277779" sldId="302"/>
            <ac:cxnSpMk id="14" creationId="{9B5B0B0B-85F2-B4AF-E1BC-EA2CED0E913C}"/>
          </ac:cxnSpMkLst>
        </pc:cxnChg>
      </pc:sldChg>
      <pc:sldChg chg="delSp modSp add mod ord">
        <pc:chgData name="Hebrida Neto" userId="c146294335f3bfc0" providerId="LiveId" clId="{B272D936-58F0-4904-8A4C-77A85B764A1A}" dt="2026-03-01T16:17:09.569" v="761" actId="403"/>
        <pc:sldMkLst>
          <pc:docMk/>
          <pc:sldMk cId="1757473607" sldId="303"/>
        </pc:sldMkLst>
        <pc:spChg chg="mod">
          <ac:chgData name="Hebrida Neto" userId="c146294335f3bfc0" providerId="LiveId" clId="{B272D936-58F0-4904-8A4C-77A85B764A1A}" dt="2026-03-01T16:16:51.662" v="755"/>
          <ac:spMkLst>
            <pc:docMk/>
            <pc:sldMk cId="1757473607" sldId="303"/>
            <ac:spMk id="6" creationId="{108B846C-4AB2-F457-428E-D17E6A78D32F}"/>
          </ac:spMkLst>
        </pc:spChg>
        <pc:spChg chg="mod">
          <ac:chgData name="Hebrida Neto" userId="c146294335f3bfc0" providerId="LiveId" clId="{B272D936-58F0-4904-8A4C-77A85B764A1A}" dt="2026-03-01T16:17:09.569" v="761" actId="403"/>
          <ac:spMkLst>
            <pc:docMk/>
            <pc:sldMk cId="1757473607" sldId="303"/>
            <ac:spMk id="17" creationId="{7D793F87-67AA-6BA3-AFA9-21AD2C37EF32}"/>
          </ac:spMkLst>
        </pc:spChg>
        <pc:spChg chg="del">
          <ac:chgData name="Hebrida Neto" userId="c146294335f3bfc0" providerId="LiveId" clId="{B272D936-58F0-4904-8A4C-77A85B764A1A}" dt="2026-03-01T16:16:47.356" v="754" actId="478"/>
          <ac:spMkLst>
            <pc:docMk/>
            <pc:sldMk cId="1757473607" sldId="303"/>
            <ac:spMk id="19" creationId="{7ACC6C4C-F526-F028-A7A2-80A167046F2E}"/>
          </ac:spMkLst>
        </pc:spChg>
        <pc:grpChg chg="mod">
          <ac:chgData name="Hebrida Neto" userId="c146294335f3bfc0" providerId="LiveId" clId="{B272D936-58F0-4904-8A4C-77A85B764A1A}" dt="2026-03-01T16:16:51.662" v="755"/>
          <ac:grpSpMkLst>
            <pc:docMk/>
            <pc:sldMk cId="1757473607" sldId="303"/>
            <ac:grpSpMk id="13" creationId="{DF423F49-797C-D686-F981-4097A2AC575E}"/>
          </ac:grpSpMkLst>
        </pc:grpChg>
        <pc:cxnChg chg="mod">
          <ac:chgData name="Hebrida Neto" userId="c146294335f3bfc0" providerId="LiveId" clId="{B272D936-58F0-4904-8A4C-77A85B764A1A}" dt="2026-03-01T16:16:51.662" v="755"/>
          <ac:cxnSpMkLst>
            <pc:docMk/>
            <pc:sldMk cId="1757473607" sldId="303"/>
            <ac:cxnSpMk id="5" creationId="{BF637279-F760-5A1C-B25B-3294F60FA47A}"/>
          </ac:cxnSpMkLst>
        </pc:cxnChg>
        <pc:cxnChg chg="mod">
          <ac:chgData name="Hebrida Neto" userId="c146294335f3bfc0" providerId="LiveId" clId="{B272D936-58F0-4904-8A4C-77A85B764A1A}" dt="2026-03-01T16:16:51.662" v="755"/>
          <ac:cxnSpMkLst>
            <pc:docMk/>
            <pc:sldMk cId="1757473607" sldId="303"/>
            <ac:cxnSpMk id="12" creationId="{3BEB8B51-D1C9-0825-76B7-4B854AB28796}"/>
          </ac:cxnSpMkLst>
        </pc:cxnChg>
      </pc:sldChg>
      <pc:sldChg chg="add del">
        <pc:chgData name="Hebrida Neto" userId="c146294335f3bfc0" providerId="LiveId" clId="{B272D936-58F0-4904-8A4C-77A85B764A1A}" dt="2026-03-01T16:15:47.773" v="727"/>
        <pc:sldMkLst>
          <pc:docMk/>
          <pc:sldMk cId="2948856460" sldId="303"/>
        </pc:sldMkLst>
      </pc:sldChg>
      <pc:sldChg chg="modSp add mod ord">
        <pc:chgData name="Hebrida Neto" userId="c146294335f3bfc0" providerId="LiveId" clId="{B272D936-58F0-4904-8A4C-77A85B764A1A}" dt="2026-03-01T16:24:06.778" v="869" actId="1076"/>
        <pc:sldMkLst>
          <pc:docMk/>
          <pc:sldMk cId="1844473438" sldId="304"/>
        </pc:sldMkLst>
        <pc:spChg chg="mod">
          <ac:chgData name="Hebrida Neto" userId="c146294335f3bfc0" providerId="LiveId" clId="{B272D936-58F0-4904-8A4C-77A85B764A1A}" dt="2026-03-01T16:23:24.135" v="862"/>
          <ac:spMkLst>
            <pc:docMk/>
            <pc:sldMk cId="1844473438" sldId="304"/>
            <ac:spMk id="4" creationId="{2F3DF790-0491-F0EC-8050-0442D5E5EDD1}"/>
          </ac:spMkLst>
        </pc:spChg>
        <pc:spChg chg="mod">
          <ac:chgData name="Hebrida Neto" userId="c146294335f3bfc0" providerId="LiveId" clId="{B272D936-58F0-4904-8A4C-77A85B764A1A}" dt="2026-03-01T16:24:06.778" v="869" actId="1076"/>
          <ac:spMkLst>
            <pc:docMk/>
            <pc:sldMk cId="1844473438" sldId="304"/>
            <ac:spMk id="5" creationId="{9731707A-3BD2-25B5-EA4D-9F8F16D3872E}"/>
          </ac:spMkLst>
        </pc:spChg>
        <pc:spChg chg="mod">
          <ac:chgData name="Hebrida Neto" userId="c146294335f3bfc0" providerId="LiveId" clId="{B272D936-58F0-4904-8A4C-77A85B764A1A}" dt="2026-03-01T16:24:04.043" v="868" actId="1076"/>
          <ac:spMkLst>
            <pc:docMk/>
            <pc:sldMk cId="1844473438" sldId="304"/>
            <ac:spMk id="12" creationId="{C15F1CB8-6C3A-40DA-D5CD-1048C1263F59}"/>
          </ac:spMkLst>
        </pc:spChg>
        <pc:spChg chg="mod">
          <ac:chgData name="Hebrida Neto" userId="c146294335f3bfc0" providerId="LiveId" clId="{B272D936-58F0-4904-8A4C-77A85B764A1A}" dt="2026-03-01T16:23:24.135" v="862"/>
          <ac:spMkLst>
            <pc:docMk/>
            <pc:sldMk cId="1844473438" sldId="304"/>
            <ac:spMk id="13" creationId="{90BC8725-1ED0-976A-3485-3464E160A000}"/>
          </ac:spMkLst>
        </pc:spChg>
        <pc:grpChg chg="mod">
          <ac:chgData name="Hebrida Neto" userId="c146294335f3bfc0" providerId="LiveId" clId="{B272D936-58F0-4904-8A4C-77A85B764A1A}" dt="2026-03-01T16:23:24.135" v="862"/>
          <ac:grpSpMkLst>
            <pc:docMk/>
            <pc:sldMk cId="1844473438" sldId="304"/>
            <ac:grpSpMk id="2" creationId="{C14B275B-9F83-49AE-037D-07736378FAD2}"/>
          </ac:grpSpMkLst>
        </pc:grpChg>
        <pc:grpChg chg="mod">
          <ac:chgData name="Hebrida Neto" userId="c146294335f3bfc0" providerId="LiveId" clId="{B272D936-58F0-4904-8A4C-77A85B764A1A}" dt="2026-03-01T16:23:24.135" v="862"/>
          <ac:grpSpMkLst>
            <pc:docMk/>
            <pc:sldMk cId="1844473438" sldId="304"/>
            <ac:grpSpMk id="3" creationId="{BF3DF0E6-6A60-30BC-05A7-6549A5B48C7A}"/>
          </ac:grpSpMkLst>
        </pc:grpChg>
        <pc:grpChg chg="mod">
          <ac:chgData name="Hebrida Neto" userId="c146294335f3bfc0" providerId="LiveId" clId="{B272D936-58F0-4904-8A4C-77A85B764A1A}" dt="2026-03-01T16:23:24.135" v="862"/>
          <ac:grpSpMkLst>
            <pc:docMk/>
            <pc:sldMk cId="1844473438" sldId="304"/>
            <ac:grpSpMk id="6" creationId="{EBB9D310-772B-E061-A297-FDE486F48CCA}"/>
          </ac:grpSpMkLst>
        </pc:grpChg>
        <pc:cxnChg chg="mod">
          <ac:chgData name="Hebrida Neto" userId="c146294335f3bfc0" providerId="LiveId" clId="{B272D936-58F0-4904-8A4C-77A85B764A1A}" dt="2026-03-01T16:23:24.135" v="862"/>
          <ac:cxnSpMkLst>
            <pc:docMk/>
            <pc:sldMk cId="1844473438" sldId="304"/>
            <ac:cxnSpMk id="14" creationId="{64934A5A-9C97-6EB0-94A5-2400F700C505}"/>
          </ac:cxnSpMkLst>
        </pc:cxnChg>
      </pc:sldChg>
      <pc:sldChg chg="modSp add mod ord">
        <pc:chgData name="Hebrida Neto" userId="c146294335f3bfc0" providerId="LiveId" clId="{B272D936-58F0-4904-8A4C-77A85B764A1A}" dt="2026-03-01T16:26:01.955" v="882" actId="1076"/>
        <pc:sldMkLst>
          <pc:docMk/>
          <pc:sldMk cId="2408616170" sldId="305"/>
        </pc:sldMkLst>
        <pc:spChg chg="mod">
          <ac:chgData name="Hebrida Neto" userId="c146294335f3bfc0" providerId="LiveId" clId="{B272D936-58F0-4904-8A4C-77A85B764A1A}" dt="2026-03-01T16:25:46.331" v="875"/>
          <ac:spMkLst>
            <pc:docMk/>
            <pc:sldMk cId="2408616170" sldId="305"/>
            <ac:spMk id="4" creationId="{A84801DA-6902-FE03-3175-3D603F873690}"/>
          </ac:spMkLst>
        </pc:spChg>
        <pc:spChg chg="mod">
          <ac:chgData name="Hebrida Neto" userId="c146294335f3bfc0" providerId="LiveId" clId="{B272D936-58F0-4904-8A4C-77A85B764A1A}" dt="2026-03-01T16:26:01.955" v="882" actId="1076"/>
          <ac:spMkLst>
            <pc:docMk/>
            <pc:sldMk cId="2408616170" sldId="305"/>
            <ac:spMk id="5" creationId="{24171BFF-AA85-2058-E47A-19881E6D94BB}"/>
          </ac:spMkLst>
        </pc:spChg>
        <pc:spChg chg="mod">
          <ac:chgData name="Hebrida Neto" userId="c146294335f3bfc0" providerId="LiveId" clId="{B272D936-58F0-4904-8A4C-77A85B764A1A}" dt="2026-03-01T16:25:56.635" v="880" actId="1076"/>
          <ac:spMkLst>
            <pc:docMk/>
            <pc:sldMk cId="2408616170" sldId="305"/>
            <ac:spMk id="13" creationId="{1BAB6D19-3F8A-8C86-80AF-8CA34D734F0D}"/>
          </ac:spMkLst>
        </pc:spChg>
        <pc:grpChg chg="mod">
          <ac:chgData name="Hebrida Neto" userId="c146294335f3bfc0" providerId="LiveId" clId="{B272D936-58F0-4904-8A4C-77A85B764A1A}" dt="2026-03-01T16:25:46.331" v="875"/>
          <ac:grpSpMkLst>
            <pc:docMk/>
            <pc:sldMk cId="2408616170" sldId="305"/>
            <ac:grpSpMk id="2" creationId="{9EC42FBA-5E45-5056-7926-260CC34B96C9}"/>
          </ac:grpSpMkLst>
        </pc:grpChg>
        <pc:grpChg chg="mod">
          <ac:chgData name="Hebrida Neto" userId="c146294335f3bfc0" providerId="LiveId" clId="{B272D936-58F0-4904-8A4C-77A85B764A1A}" dt="2026-03-01T16:25:46.331" v="875"/>
          <ac:grpSpMkLst>
            <pc:docMk/>
            <pc:sldMk cId="2408616170" sldId="305"/>
            <ac:grpSpMk id="3" creationId="{36E2E176-124E-2409-1FBA-939BE7E673E1}"/>
          </ac:grpSpMkLst>
        </pc:grpChg>
        <pc:grpChg chg="mod">
          <ac:chgData name="Hebrida Neto" userId="c146294335f3bfc0" providerId="LiveId" clId="{B272D936-58F0-4904-8A4C-77A85B764A1A}" dt="2026-03-01T16:25:46.331" v="875"/>
          <ac:grpSpMkLst>
            <pc:docMk/>
            <pc:sldMk cId="2408616170" sldId="305"/>
            <ac:grpSpMk id="6" creationId="{D921A849-2EBE-B59D-EEDC-8A469C879490}"/>
          </ac:grpSpMkLst>
        </pc:grpChg>
        <pc:cxnChg chg="mod">
          <ac:chgData name="Hebrida Neto" userId="c146294335f3bfc0" providerId="LiveId" clId="{B272D936-58F0-4904-8A4C-77A85B764A1A}" dt="2026-03-01T16:25:58.593" v="881" actId="1076"/>
          <ac:cxnSpMkLst>
            <pc:docMk/>
            <pc:sldMk cId="2408616170" sldId="305"/>
            <ac:cxnSpMk id="14" creationId="{452D2C46-75DE-DE48-BB5F-0EEB7FF68AC4}"/>
          </ac:cxnSpMkLst>
        </pc:cxnChg>
      </pc:sldChg>
      <pc:sldChg chg="modSp add mod">
        <pc:chgData name="Hebrida Neto" userId="c146294335f3bfc0" providerId="LiveId" clId="{B272D936-58F0-4904-8A4C-77A85B764A1A}" dt="2026-03-01T16:27:06.019" v="889" actId="404"/>
        <pc:sldMkLst>
          <pc:docMk/>
          <pc:sldMk cId="1916483743" sldId="306"/>
        </pc:sldMkLst>
        <pc:spChg chg="mod">
          <ac:chgData name="Hebrida Neto" userId="c146294335f3bfc0" providerId="LiveId" clId="{B272D936-58F0-4904-8A4C-77A85B764A1A}" dt="2026-03-01T16:26:36.182" v="886"/>
          <ac:spMkLst>
            <pc:docMk/>
            <pc:sldMk cId="1916483743" sldId="306"/>
            <ac:spMk id="4" creationId="{8AEFE500-1EA9-596E-8D1E-35278D3E0B1F}"/>
          </ac:spMkLst>
        </pc:spChg>
        <pc:spChg chg="mod">
          <ac:chgData name="Hebrida Neto" userId="c146294335f3bfc0" providerId="LiveId" clId="{B272D936-58F0-4904-8A4C-77A85B764A1A}" dt="2026-03-01T16:27:06.019" v="889" actId="404"/>
          <ac:spMkLst>
            <pc:docMk/>
            <pc:sldMk cId="1916483743" sldId="306"/>
            <ac:spMk id="5" creationId="{ADF97395-37A5-276F-F7A7-4824D01B3675}"/>
          </ac:spMkLst>
        </pc:spChg>
        <pc:spChg chg="mod">
          <ac:chgData name="Hebrida Neto" userId="c146294335f3bfc0" providerId="LiveId" clId="{B272D936-58F0-4904-8A4C-77A85B764A1A}" dt="2026-03-01T16:26:36.182" v="886"/>
          <ac:spMkLst>
            <pc:docMk/>
            <pc:sldMk cId="1916483743" sldId="306"/>
            <ac:spMk id="13" creationId="{555ED4C7-2EC0-3D69-30D8-4022C3E373F7}"/>
          </ac:spMkLst>
        </pc:spChg>
        <pc:grpChg chg="mod">
          <ac:chgData name="Hebrida Neto" userId="c146294335f3bfc0" providerId="LiveId" clId="{B272D936-58F0-4904-8A4C-77A85B764A1A}" dt="2026-03-01T16:26:36.182" v="886"/>
          <ac:grpSpMkLst>
            <pc:docMk/>
            <pc:sldMk cId="1916483743" sldId="306"/>
            <ac:grpSpMk id="2" creationId="{1ED4F9F5-81FF-B268-D547-F49C7FECCAED}"/>
          </ac:grpSpMkLst>
        </pc:grpChg>
        <pc:grpChg chg="mod">
          <ac:chgData name="Hebrida Neto" userId="c146294335f3bfc0" providerId="LiveId" clId="{B272D936-58F0-4904-8A4C-77A85B764A1A}" dt="2026-03-01T16:26:36.182" v="886"/>
          <ac:grpSpMkLst>
            <pc:docMk/>
            <pc:sldMk cId="1916483743" sldId="306"/>
            <ac:grpSpMk id="3" creationId="{F159C737-4D6D-D94C-E0ED-F4A439C0E190}"/>
          </ac:grpSpMkLst>
        </pc:grpChg>
        <pc:grpChg chg="mod">
          <ac:chgData name="Hebrida Neto" userId="c146294335f3bfc0" providerId="LiveId" clId="{B272D936-58F0-4904-8A4C-77A85B764A1A}" dt="2026-03-01T16:26:36.182" v="886"/>
          <ac:grpSpMkLst>
            <pc:docMk/>
            <pc:sldMk cId="1916483743" sldId="306"/>
            <ac:grpSpMk id="6" creationId="{585A7982-C729-04EE-9681-5B375DD6BD04}"/>
          </ac:grpSpMkLst>
        </pc:grpChg>
        <pc:cxnChg chg="mod">
          <ac:chgData name="Hebrida Neto" userId="c146294335f3bfc0" providerId="LiveId" clId="{B272D936-58F0-4904-8A4C-77A85B764A1A}" dt="2026-03-01T16:26:36.182" v="886"/>
          <ac:cxnSpMkLst>
            <pc:docMk/>
            <pc:sldMk cId="1916483743" sldId="306"/>
            <ac:cxnSpMk id="14" creationId="{AB12087A-534C-60FF-F327-7E452FF00E73}"/>
          </ac:cxnSpMkLst>
        </pc:cxnChg>
      </pc:sldChg>
      <pc:sldChg chg="modSp add mod ord">
        <pc:chgData name="Hebrida Neto" userId="c146294335f3bfc0" providerId="LiveId" clId="{B272D936-58F0-4904-8A4C-77A85B764A1A}" dt="2026-03-01T16:31:05.339" v="942" actId="1076"/>
        <pc:sldMkLst>
          <pc:docMk/>
          <pc:sldMk cId="2950709829" sldId="307"/>
        </pc:sldMkLst>
        <pc:spChg chg="mod">
          <ac:chgData name="Hebrida Neto" userId="c146294335f3bfc0" providerId="LiveId" clId="{B272D936-58F0-4904-8A4C-77A85B764A1A}" dt="2026-03-01T16:30:46.574" v="938"/>
          <ac:spMkLst>
            <pc:docMk/>
            <pc:sldMk cId="2950709829" sldId="307"/>
            <ac:spMk id="4" creationId="{206E0FB2-4800-FF3D-AF1F-5D5445A43B29}"/>
          </ac:spMkLst>
        </pc:spChg>
        <pc:spChg chg="mod">
          <ac:chgData name="Hebrida Neto" userId="c146294335f3bfc0" providerId="LiveId" clId="{B272D936-58F0-4904-8A4C-77A85B764A1A}" dt="2026-03-01T16:31:05.339" v="942" actId="1076"/>
          <ac:spMkLst>
            <pc:docMk/>
            <pc:sldMk cId="2950709829" sldId="307"/>
            <ac:spMk id="5" creationId="{3430F012-C5CD-67C2-96BB-358D082ABB69}"/>
          </ac:spMkLst>
        </pc:spChg>
        <pc:spChg chg="mod">
          <ac:chgData name="Hebrida Neto" userId="c146294335f3bfc0" providerId="LiveId" clId="{B272D936-58F0-4904-8A4C-77A85B764A1A}" dt="2026-03-01T16:30:46.574" v="938"/>
          <ac:spMkLst>
            <pc:docMk/>
            <pc:sldMk cId="2950709829" sldId="307"/>
            <ac:spMk id="13" creationId="{AE7BE5D2-EBAA-D1AF-AE85-7D303665321B}"/>
          </ac:spMkLst>
        </pc:spChg>
        <pc:grpChg chg="mod">
          <ac:chgData name="Hebrida Neto" userId="c146294335f3bfc0" providerId="LiveId" clId="{B272D936-58F0-4904-8A4C-77A85B764A1A}" dt="2026-03-01T16:30:46.574" v="938"/>
          <ac:grpSpMkLst>
            <pc:docMk/>
            <pc:sldMk cId="2950709829" sldId="307"/>
            <ac:grpSpMk id="2" creationId="{3DA836C9-83D3-4E6B-1405-AB97F55DBFEF}"/>
          </ac:grpSpMkLst>
        </pc:grpChg>
        <pc:grpChg chg="mod">
          <ac:chgData name="Hebrida Neto" userId="c146294335f3bfc0" providerId="LiveId" clId="{B272D936-58F0-4904-8A4C-77A85B764A1A}" dt="2026-03-01T16:30:46.574" v="938"/>
          <ac:grpSpMkLst>
            <pc:docMk/>
            <pc:sldMk cId="2950709829" sldId="307"/>
            <ac:grpSpMk id="3" creationId="{F4A82EBC-91A0-E704-052F-904177F0701C}"/>
          </ac:grpSpMkLst>
        </pc:grpChg>
        <pc:grpChg chg="mod">
          <ac:chgData name="Hebrida Neto" userId="c146294335f3bfc0" providerId="LiveId" clId="{B272D936-58F0-4904-8A4C-77A85B764A1A}" dt="2026-03-01T16:30:46.574" v="938"/>
          <ac:grpSpMkLst>
            <pc:docMk/>
            <pc:sldMk cId="2950709829" sldId="307"/>
            <ac:grpSpMk id="6" creationId="{318C52C6-BCA9-27FD-E5C2-12BBCDE4B96D}"/>
          </ac:grpSpMkLst>
        </pc:grpChg>
        <pc:cxnChg chg="mod">
          <ac:chgData name="Hebrida Neto" userId="c146294335f3bfc0" providerId="LiveId" clId="{B272D936-58F0-4904-8A4C-77A85B764A1A}" dt="2026-03-01T16:30:46.574" v="938"/>
          <ac:cxnSpMkLst>
            <pc:docMk/>
            <pc:sldMk cId="2950709829" sldId="307"/>
            <ac:cxnSpMk id="14" creationId="{5EC04AD5-981B-65D1-F391-9B62D645EBE3}"/>
          </ac:cxnSpMkLst>
        </pc:cxnChg>
      </pc:sldChg>
      <pc:sldChg chg="modSp add mod ord">
        <pc:chgData name="Hebrida Neto" userId="c146294335f3bfc0" providerId="LiveId" clId="{B272D936-58F0-4904-8A4C-77A85B764A1A}" dt="2026-03-01T16:33:17.192" v="962" actId="404"/>
        <pc:sldMkLst>
          <pc:docMk/>
          <pc:sldMk cId="540319362" sldId="308"/>
        </pc:sldMkLst>
        <pc:spChg chg="mod">
          <ac:chgData name="Hebrida Neto" userId="c146294335f3bfc0" providerId="LiveId" clId="{B272D936-58F0-4904-8A4C-77A85B764A1A}" dt="2026-03-01T16:32:53.495" v="958"/>
          <ac:spMkLst>
            <pc:docMk/>
            <pc:sldMk cId="540319362" sldId="308"/>
            <ac:spMk id="4" creationId="{1D44ABEE-A6D4-761F-9DC3-F5D66EEA8DF3}"/>
          </ac:spMkLst>
        </pc:spChg>
        <pc:spChg chg="mod">
          <ac:chgData name="Hebrida Neto" userId="c146294335f3bfc0" providerId="LiveId" clId="{B272D936-58F0-4904-8A4C-77A85B764A1A}" dt="2026-03-01T16:33:17.192" v="962" actId="404"/>
          <ac:spMkLst>
            <pc:docMk/>
            <pc:sldMk cId="540319362" sldId="308"/>
            <ac:spMk id="5" creationId="{05D8665D-7554-B572-1C6B-ACF72EA0DF83}"/>
          </ac:spMkLst>
        </pc:spChg>
        <pc:spChg chg="mod">
          <ac:chgData name="Hebrida Neto" userId="c146294335f3bfc0" providerId="LiveId" clId="{B272D936-58F0-4904-8A4C-77A85B764A1A}" dt="2026-03-01T16:32:53.495" v="958"/>
          <ac:spMkLst>
            <pc:docMk/>
            <pc:sldMk cId="540319362" sldId="308"/>
            <ac:spMk id="13" creationId="{ADEE4934-77F4-4649-9817-B3E70A1DB370}"/>
          </ac:spMkLst>
        </pc:spChg>
        <pc:grpChg chg="mod">
          <ac:chgData name="Hebrida Neto" userId="c146294335f3bfc0" providerId="LiveId" clId="{B272D936-58F0-4904-8A4C-77A85B764A1A}" dt="2026-03-01T16:32:53.495" v="958"/>
          <ac:grpSpMkLst>
            <pc:docMk/>
            <pc:sldMk cId="540319362" sldId="308"/>
            <ac:grpSpMk id="2" creationId="{22419448-0706-BC5E-8129-F802224ED339}"/>
          </ac:grpSpMkLst>
        </pc:grpChg>
        <pc:grpChg chg="mod">
          <ac:chgData name="Hebrida Neto" userId="c146294335f3bfc0" providerId="LiveId" clId="{B272D936-58F0-4904-8A4C-77A85B764A1A}" dt="2026-03-01T16:32:53.495" v="958"/>
          <ac:grpSpMkLst>
            <pc:docMk/>
            <pc:sldMk cId="540319362" sldId="308"/>
            <ac:grpSpMk id="3" creationId="{28B77FD1-BB77-7E29-915D-7AC3C926FCE8}"/>
          </ac:grpSpMkLst>
        </pc:grpChg>
        <pc:grpChg chg="mod">
          <ac:chgData name="Hebrida Neto" userId="c146294335f3bfc0" providerId="LiveId" clId="{B272D936-58F0-4904-8A4C-77A85B764A1A}" dt="2026-03-01T16:32:53.495" v="958"/>
          <ac:grpSpMkLst>
            <pc:docMk/>
            <pc:sldMk cId="540319362" sldId="308"/>
            <ac:grpSpMk id="6" creationId="{BF5D9F6D-A9A1-CC0A-82FE-8D399F1FF249}"/>
          </ac:grpSpMkLst>
        </pc:grpChg>
        <pc:cxnChg chg="mod">
          <ac:chgData name="Hebrida Neto" userId="c146294335f3bfc0" providerId="LiveId" clId="{B272D936-58F0-4904-8A4C-77A85B764A1A}" dt="2026-03-01T16:32:53.495" v="958"/>
          <ac:cxnSpMkLst>
            <pc:docMk/>
            <pc:sldMk cId="540319362" sldId="308"/>
            <ac:cxnSpMk id="14" creationId="{41039B06-60C2-34E1-0140-31ED05858BF0}"/>
          </ac:cxnSpMkLst>
        </pc:cxnChg>
      </pc:sldChg>
      <pc:sldChg chg="modSp add mod ord">
        <pc:chgData name="Hebrida Neto" userId="c146294335f3bfc0" providerId="LiveId" clId="{B272D936-58F0-4904-8A4C-77A85B764A1A}" dt="2026-03-01T16:34:20.531" v="976"/>
        <pc:sldMkLst>
          <pc:docMk/>
          <pc:sldMk cId="679624726" sldId="309"/>
        </pc:sldMkLst>
        <pc:spChg chg="mod">
          <ac:chgData name="Hebrida Neto" userId="c146294335f3bfc0" providerId="LiveId" clId="{B272D936-58F0-4904-8A4C-77A85B764A1A}" dt="2026-03-01T16:33:52.241" v="966"/>
          <ac:spMkLst>
            <pc:docMk/>
            <pc:sldMk cId="679624726" sldId="309"/>
            <ac:spMk id="4" creationId="{9E997B43-3AA4-F336-73CF-56CF46E57808}"/>
          </ac:spMkLst>
        </pc:spChg>
        <pc:spChg chg="mod">
          <ac:chgData name="Hebrida Neto" userId="c146294335f3bfc0" providerId="LiveId" clId="{B272D936-58F0-4904-8A4C-77A85B764A1A}" dt="2026-03-01T16:34:12.011" v="974" actId="404"/>
          <ac:spMkLst>
            <pc:docMk/>
            <pc:sldMk cId="679624726" sldId="309"/>
            <ac:spMk id="5" creationId="{6B798A26-4E19-9386-C18B-E08062345DE8}"/>
          </ac:spMkLst>
        </pc:spChg>
        <pc:spChg chg="mod">
          <ac:chgData name="Hebrida Neto" userId="c146294335f3bfc0" providerId="LiveId" clId="{B272D936-58F0-4904-8A4C-77A85B764A1A}" dt="2026-03-01T16:33:52.241" v="966"/>
          <ac:spMkLst>
            <pc:docMk/>
            <pc:sldMk cId="679624726" sldId="309"/>
            <ac:spMk id="13" creationId="{B675ACC4-627B-EBC6-F6AD-4F51BADA810D}"/>
          </ac:spMkLst>
        </pc:spChg>
        <pc:grpChg chg="mod">
          <ac:chgData name="Hebrida Neto" userId="c146294335f3bfc0" providerId="LiveId" clId="{B272D936-58F0-4904-8A4C-77A85B764A1A}" dt="2026-03-01T16:33:52.241" v="966"/>
          <ac:grpSpMkLst>
            <pc:docMk/>
            <pc:sldMk cId="679624726" sldId="309"/>
            <ac:grpSpMk id="2" creationId="{52C281C1-C4A1-F93B-8391-433F789E5E2C}"/>
          </ac:grpSpMkLst>
        </pc:grpChg>
        <pc:grpChg chg="mod">
          <ac:chgData name="Hebrida Neto" userId="c146294335f3bfc0" providerId="LiveId" clId="{B272D936-58F0-4904-8A4C-77A85B764A1A}" dt="2026-03-01T16:33:52.241" v="966"/>
          <ac:grpSpMkLst>
            <pc:docMk/>
            <pc:sldMk cId="679624726" sldId="309"/>
            <ac:grpSpMk id="3" creationId="{10E091C4-0993-51F9-C97F-69E5D850625C}"/>
          </ac:grpSpMkLst>
        </pc:grpChg>
        <pc:grpChg chg="mod">
          <ac:chgData name="Hebrida Neto" userId="c146294335f3bfc0" providerId="LiveId" clId="{B272D936-58F0-4904-8A4C-77A85B764A1A}" dt="2026-03-01T16:33:52.241" v="966"/>
          <ac:grpSpMkLst>
            <pc:docMk/>
            <pc:sldMk cId="679624726" sldId="309"/>
            <ac:grpSpMk id="6" creationId="{65457EBE-D8D1-E27F-9ACF-59210879CF88}"/>
          </ac:grpSpMkLst>
        </pc:grpChg>
        <pc:cxnChg chg="mod">
          <ac:chgData name="Hebrida Neto" userId="c146294335f3bfc0" providerId="LiveId" clId="{B272D936-58F0-4904-8A4C-77A85B764A1A}" dt="2026-03-01T16:33:52.241" v="966"/>
          <ac:cxnSpMkLst>
            <pc:docMk/>
            <pc:sldMk cId="679624726" sldId="309"/>
            <ac:cxnSpMk id="14" creationId="{F41BFB0C-16A6-86E8-3A8D-B4D801EAFAF0}"/>
          </ac:cxnSpMkLst>
        </pc:cxnChg>
      </pc:sldChg>
      <pc:sldChg chg="modSp add mod">
        <pc:chgData name="Hebrida Neto" userId="c146294335f3bfc0" providerId="LiveId" clId="{B272D936-58F0-4904-8A4C-77A85B764A1A}" dt="2026-03-01T16:35:00.258" v="985" actId="20577"/>
        <pc:sldMkLst>
          <pc:docMk/>
          <pc:sldMk cId="509104673" sldId="310"/>
        </pc:sldMkLst>
        <pc:spChg chg="mod">
          <ac:chgData name="Hebrida Neto" userId="c146294335f3bfc0" providerId="LiveId" clId="{B272D936-58F0-4904-8A4C-77A85B764A1A}" dt="2026-03-01T16:34:55.761" v="980"/>
          <ac:spMkLst>
            <pc:docMk/>
            <pc:sldMk cId="509104673" sldId="310"/>
            <ac:spMk id="4" creationId="{BBEFD7A6-7660-44FC-0375-6D62E9FEF246}"/>
          </ac:spMkLst>
        </pc:spChg>
        <pc:spChg chg="mod">
          <ac:chgData name="Hebrida Neto" userId="c146294335f3bfc0" providerId="LiveId" clId="{B272D936-58F0-4904-8A4C-77A85B764A1A}" dt="2026-03-01T16:35:00.258" v="985" actId="20577"/>
          <ac:spMkLst>
            <pc:docMk/>
            <pc:sldMk cId="509104673" sldId="310"/>
            <ac:spMk id="5" creationId="{291A6F29-1393-A57C-CBE9-3C9EC388D786}"/>
          </ac:spMkLst>
        </pc:spChg>
        <pc:spChg chg="mod">
          <ac:chgData name="Hebrida Neto" userId="c146294335f3bfc0" providerId="LiveId" clId="{B272D936-58F0-4904-8A4C-77A85B764A1A}" dt="2026-03-01T16:34:55.761" v="980"/>
          <ac:spMkLst>
            <pc:docMk/>
            <pc:sldMk cId="509104673" sldId="310"/>
            <ac:spMk id="13" creationId="{BC51C3BE-FFB4-EFC2-2B5C-1C5E3018EDCC}"/>
          </ac:spMkLst>
        </pc:spChg>
        <pc:grpChg chg="mod">
          <ac:chgData name="Hebrida Neto" userId="c146294335f3bfc0" providerId="LiveId" clId="{B272D936-58F0-4904-8A4C-77A85B764A1A}" dt="2026-03-01T16:34:55.761" v="980"/>
          <ac:grpSpMkLst>
            <pc:docMk/>
            <pc:sldMk cId="509104673" sldId="310"/>
            <ac:grpSpMk id="2" creationId="{DBCFDBA3-87A5-8700-CE9B-30CB70512F72}"/>
          </ac:grpSpMkLst>
        </pc:grpChg>
        <pc:grpChg chg="mod">
          <ac:chgData name="Hebrida Neto" userId="c146294335f3bfc0" providerId="LiveId" clId="{B272D936-58F0-4904-8A4C-77A85B764A1A}" dt="2026-03-01T16:34:55.761" v="980"/>
          <ac:grpSpMkLst>
            <pc:docMk/>
            <pc:sldMk cId="509104673" sldId="310"/>
            <ac:grpSpMk id="3" creationId="{BE34434C-E978-A036-62C6-4E69656E7611}"/>
          </ac:grpSpMkLst>
        </pc:grpChg>
        <pc:grpChg chg="mod">
          <ac:chgData name="Hebrida Neto" userId="c146294335f3bfc0" providerId="LiveId" clId="{B272D936-58F0-4904-8A4C-77A85B764A1A}" dt="2026-03-01T16:34:55.761" v="980"/>
          <ac:grpSpMkLst>
            <pc:docMk/>
            <pc:sldMk cId="509104673" sldId="310"/>
            <ac:grpSpMk id="6" creationId="{ED9095BC-A0DD-C76C-0263-2738D6E21A9F}"/>
          </ac:grpSpMkLst>
        </pc:grpChg>
        <pc:cxnChg chg="mod">
          <ac:chgData name="Hebrida Neto" userId="c146294335f3bfc0" providerId="LiveId" clId="{B272D936-58F0-4904-8A4C-77A85B764A1A}" dt="2026-03-01T16:34:55.761" v="980"/>
          <ac:cxnSpMkLst>
            <pc:docMk/>
            <pc:sldMk cId="509104673" sldId="310"/>
            <ac:cxnSpMk id="14" creationId="{21301B7D-5F94-37B5-03C8-CADA343664DB}"/>
          </ac:cxnSpMkLst>
        </pc:cxnChg>
      </pc:sldChg>
      <pc:sldChg chg="modSp add mod ord">
        <pc:chgData name="Hebrida Neto" userId="c146294335f3bfc0" providerId="LiveId" clId="{B272D936-58F0-4904-8A4C-77A85B764A1A}" dt="2026-03-01T16:37:15.574" v="999" actId="1076"/>
        <pc:sldMkLst>
          <pc:docMk/>
          <pc:sldMk cId="1586102879" sldId="311"/>
        </pc:sldMkLst>
        <pc:spChg chg="mod">
          <ac:chgData name="Hebrida Neto" userId="c146294335f3bfc0" providerId="LiveId" clId="{B272D936-58F0-4904-8A4C-77A85B764A1A}" dt="2026-03-01T16:36:27.931" v="990"/>
          <ac:spMkLst>
            <pc:docMk/>
            <pc:sldMk cId="1586102879" sldId="311"/>
            <ac:spMk id="4" creationId="{18461747-BA6C-3EEE-A882-6AA4A152BD57}"/>
          </ac:spMkLst>
        </pc:spChg>
        <pc:spChg chg="mod">
          <ac:chgData name="Hebrida Neto" userId="c146294335f3bfc0" providerId="LiveId" clId="{B272D936-58F0-4904-8A4C-77A85B764A1A}" dt="2026-03-01T16:36:53.733" v="998" actId="1076"/>
          <ac:spMkLst>
            <pc:docMk/>
            <pc:sldMk cId="1586102879" sldId="311"/>
            <ac:spMk id="5" creationId="{5B2A0D9D-3B75-9BC4-AD76-16CBBE4AE5BA}"/>
          </ac:spMkLst>
        </pc:spChg>
        <pc:spChg chg="mod">
          <ac:chgData name="Hebrida Neto" userId="c146294335f3bfc0" providerId="LiveId" clId="{B272D936-58F0-4904-8A4C-77A85B764A1A}" dt="2026-03-01T16:36:37.823" v="992" actId="1076"/>
          <ac:spMkLst>
            <pc:docMk/>
            <pc:sldMk cId="1586102879" sldId="311"/>
            <ac:spMk id="12" creationId="{65D7586A-F809-735D-FA90-DCC590868CDF}"/>
          </ac:spMkLst>
        </pc:spChg>
        <pc:spChg chg="mod">
          <ac:chgData name="Hebrida Neto" userId="c146294335f3bfc0" providerId="LiveId" clId="{B272D936-58F0-4904-8A4C-77A85B764A1A}" dt="2026-03-01T16:37:15.574" v="999" actId="1076"/>
          <ac:spMkLst>
            <pc:docMk/>
            <pc:sldMk cId="1586102879" sldId="311"/>
            <ac:spMk id="13" creationId="{336A312E-F3CD-15E5-5A75-6559050A0D2A}"/>
          </ac:spMkLst>
        </pc:spChg>
        <pc:grpChg chg="mod">
          <ac:chgData name="Hebrida Neto" userId="c146294335f3bfc0" providerId="LiveId" clId="{B272D936-58F0-4904-8A4C-77A85B764A1A}" dt="2026-03-01T16:36:27.931" v="990"/>
          <ac:grpSpMkLst>
            <pc:docMk/>
            <pc:sldMk cId="1586102879" sldId="311"/>
            <ac:grpSpMk id="2" creationId="{EE83EAA7-3580-AEED-2810-FC0AF1C219A4}"/>
          </ac:grpSpMkLst>
        </pc:grpChg>
        <pc:grpChg chg="mod">
          <ac:chgData name="Hebrida Neto" userId="c146294335f3bfc0" providerId="LiveId" clId="{B272D936-58F0-4904-8A4C-77A85B764A1A}" dt="2026-03-01T16:36:27.931" v="990"/>
          <ac:grpSpMkLst>
            <pc:docMk/>
            <pc:sldMk cId="1586102879" sldId="311"/>
            <ac:grpSpMk id="3" creationId="{AD844307-4C15-DFCE-044B-CD3BB5382E39}"/>
          </ac:grpSpMkLst>
        </pc:grpChg>
        <pc:grpChg chg="mod">
          <ac:chgData name="Hebrida Neto" userId="c146294335f3bfc0" providerId="LiveId" clId="{B272D936-58F0-4904-8A4C-77A85B764A1A}" dt="2026-03-01T16:36:27.931" v="990"/>
          <ac:grpSpMkLst>
            <pc:docMk/>
            <pc:sldMk cId="1586102879" sldId="311"/>
            <ac:grpSpMk id="6" creationId="{CB28E81C-92CA-930E-E14A-E27607162A76}"/>
          </ac:grpSpMkLst>
        </pc:grpChg>
        <pc:cxnChg chg="mod">
          <ac:chgData name="Hebrida Neto" userId="c146294335f3bfc0" providerId="LiveId" clId="{B272D936-58F0-4904-8A4C-77A85B764A1A}" dt="2026-03-01T16:37:15.574" v="999" actId="1076"/>
          <ac:cxnSpMkLst>
            <pc:docMk/>
            <pc:sldMk cId="1586102879" sldId="311"/>
            <ac:cxnSpMk id="14" creationId="{E4A7B2AE-CAF5-A849-57E7-7E094B5AD6DC}"/>
          </ac:cxnSpMkLst>
        </pc:cxnChg>
      </pc:sldChg>
      <pc:sldMasterChg chg="delSldLayout">
        <pc:chgData name="Hebrida Neto" userId="c146294335f3bfc0" providerId="LiveId" clId="{B272D936-58F0-4904-8A4C-77A85B764A1A}" dt="2026-03-01T16:38:41.864" v="1011" actId="47"/>
        <pc:sldMasterMkLst>
          <pc:docMk/>
          <pc:sldMasterMk cId="888918474" sldId="2147483648"/>
        </pc:sldMasterMkLst>
        <pc:sldLayoutChg chg="del">
          <pc:chgData name="Hebrida Neto" userId="c146294335f3bfc0" providerId="LiveId" clId="{B272D936-58F0-4904-8A4C-77A85B764A1A}" dt="2026-03-01T16:38:41.864" v="1011" actId="47"/>
          <pc:sldLayoutMkLst>
            <pc:docMk/>
            <pc:sldMasterMk cId="888918474" sldId="2147483648"/>
            <pc:sldLayoutMk cId="1837830464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E6105-B565-6F48-9404-98C04E765FD6}" type="datetimeFigureOut">
              <a:t>01/03/2026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67A31-8C3A-FF45-B048-5855BF5387C9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4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12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7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0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339FC-9D8D-23F2-7827-28B3E3E1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E4087-7DC5-41F2-0ED4-814BB7E52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91579-E6B5-B229-24D0-54C97B87A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6F43-8794-3E62-AD8D-8EB2EC76C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14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876D-B6DC-8A0A-0B35-1977E467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02307-A71B-947B-A356-F7DFBCF87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F81A0-C83E-9083-4B79-94B765C50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5DAD0-E1BA-92B6-BCCD-BF87EBEBA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21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945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9FC53-DACD-B59A-68E3-6F9D643D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3E3F1-9775-B3A9-3EE4-D93D45C13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F8D48-F3F0-46C1-3DB4-2B5948697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3F994-3E61-53E4-E4B1-5FF30C0DF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45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1709-2B3C-6487-E43E-84EBEF7D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27137-C19D-E1C5-5888-6BDF4BB6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985E8-DF3A-90D3-A788-496659508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60E1D-22C2-566E-63B1-FBD81B096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59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DEF3-859B-B971-EC53-8F35AAAD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DB2D8-E3DF-3C4E-69D5-D69F4FD8E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C8C0A-7D5D-50C4-B242-87D56D2EF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2378C-21E6-0226-3F88-0F3594B07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3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6FAE-7F93-B2BE-D65E-A324BB3A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5215E-B27B-32C2-AA04-2E935C8A8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0F2D6-0C99-7886-9547-D551522F0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96D22-4645-60B1-DAD5-E6A81D49D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03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0489-88FD-6839-BAC5-94D5CEEBE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D6A51-8881-E675-D2EB-4CC8A64D8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8D1F5-F590-4DE5-1BCC-56BB1B322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8A997-F869-5C37-CF64-C953D10E9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18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D55C-38C6-D534-CC34-F02A8A81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F5E4F-F727-B9FB-6423-F96E5D77D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B59B3-7116-88D4-2231-66B13639A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0F01A-110C-2018-2018-50B6C8D2F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57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A5B2-3547-8154-9B13-0E7C97AEB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394B3-5DFC-5E0A-D68C-09EAF26BD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0D1AF-8025-E3A4-3C05-9832F622F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944B4-6AAF-6AC1-F80C-30F97E866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06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EA73-A6D1-96B9-B2D7-24D810419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43114-1463-756C-6C82-630698C0D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71777-EBF2-0168-BD8B-DAE60D070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66BCB-0ACA-0774-82A8-1039C9D21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17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61FF3-B937-0AD9-1496-78819381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0745B-5E2D-1584-1333-9AB186D03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BDB17-721F-1858-7676-6513D1363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B091C-5391-9B68-BB46-98DB12EFD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81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2F44-ED3A-99E4-6CE1-AA757061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20E6B-A7BC-B23E-3B73-9D83187FE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F885C-48D3-BC0E-2BD4-D84CE5559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7A57D-16E4-9760-A0E5-D85B296D5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17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D9D2-B727-F72F-4A1E-B410BDA5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21645-85C7-868F-4C14-CA05D86AD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42104-78E2-D5A8-6F6A-25C0C5B8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1B931-D25A-D68B-698B-33832C425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1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19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4259C59-51B1-4FC4-8838-23798885C0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6BAAE69-B3F8-1445-8E5D-90FF0E8D9A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4606723" cy="6858000"/>
          </a:xfrm>
          <a:custGeom>
            <a:avLst/>
            <a:gdLst>
              <a:gd name="connsiteX0" fmla="*/ 0 w 4606723"/>
              <a:gd name="connsiteY0" fmla="*/ 0 h 6858000"/>
              <a:gd name="connsiteX1" fmla="*/ 4606723 w 4606723"/>
              <a:gd name="connsiteY1" fmla="*/ 0 h 6858000"/>
              <a:gd name="connsiteX2" fmla="*/ 4606723 w 4606723"/>
              <a:gd name="connsiteY2" fmla="*/ 6858000 h 6858000"/>
              <a:gd name="connsiteX3" fmla="*/ 0 w 46067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6723" h="6858000">
                <a:moveTo>
                  <a:pt x="0" y="0"/>
                </a:moveTo>
                <a:lnTo>
                  <a:pt x="4606723" y="0"/>
                </a:lnTo>
                <a:lnTo>
                  <a:pt x="4606723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F7117A9-7B2A-4F09-B6E1-28DE5BBE33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8" cy="4132162"/>
          </a:xfrm>
          <a:custGeom>
            <a:avLst/>
            <a:gdLst>
              <a:gd name="connsiteX0" fmla="*/ 0 w 12191998"/>
              <a:gd name="connsiteY0" fmla="*/ 0 h 4132162"/>
              <a:gd name="connsiteX1" fmla="*/ 12191998 w 12191998"/>
              <a:gd name="connsiteY1" fmla="*/ 0 h 4132162"/>
              <a:gd name="connsiteX2" fmla="*/ 12191998 w 12191998"/>
              <a:gd name="connsiteY2" fmla="*/ 4132162 h 4132162"/>
              <a:gd name="connsiteX3" fmla="*/ 0 w 12191998"/>
              <a:gd name="connsiteY3" fmla="*/ 4132162 h 413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4132162">
                <a:moveTo>
                  <a:pt x="0" y="0"/>
                </a:moveTo>
                <a:lnTo>
                  <a:pt x="12191998" y="0"/>
                </a:lnTo>
                <a:lnTo>
                  <a:pt x="12191998" y="4132162"/>
                </a:lnTo>
                <a:lnTo>
                  <a:pt x="0" y="41321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0FC6FC4-CB99-D448-9065-D91D2570C3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0"/>
            <a:ext cx="5188291" cy="4132162"/>
          </a:xfrm>
          <a:custGeom>
            <a:avLst/>
            <a:gdLst>
              <a:gd name="connsiteX0" fmla="*/ 0 w 5188291"/>
              <a:gd name="connsiteY0" fmla="*/ 0 h 4132162"/>
              <a:gd name="connsiteX1" fmla="*/ 5188291 w 5188291"/>
              <a:gd name="connsiteY1" fmla="*/ 0 h 4132162"/>
              <a:gd name="connsiteX2" fmla="*/ 5188291 w 5188291"/>
              <a:gd name="connsiteY2" fmla="*/ 4132162 h 4132162"/>
              <a:gd name="connsiteX3" fmla="*/ 0 w 5188291"/>
              <a:gd name="connsiteY3" fmla="*/ 4132162 h 413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8291" h="4132162">
                <a:moveTo>
                  <a:pt x="0" y="0"/>
                </a:moveTo>
                <a:lnTo>
                  <a:pt x="5188291" y="0"/>
                </a:lnTo>
                <a:lnTo>
                  <a:pt x="5188291" y="4132162"/>
                </a:lnTo>
                <a:lnTo>
                  <a:pt x="0" y="4132162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2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B65159-50BE-7443-82BB-6E451744F8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512" y="0"/>
            <a:ext cx="5748148" cy="6858000"/>
          </a:xfrm>
          <a:custGeom>
            <a:avLst/>
            <a:gdLst>
              <a:gd name="connsiteX0" fmla="*/ 0 w 5748148"/>
              <a:gd name="connsiteY0" fmla="*/ 0 h 6858000"/>
              <a:gd name="connsiteX1" fmla="*/ 921059 w 5748148"/>
              <a:gd name="connsiteY1" fmla="*/ 0 h 6858000"/>
              <a:gd name="connsiteX2" fmla="*/ 2294058 w 5748148"/>
              <a:gd name="connsiteY2" fmla="*/ 0 h 6858000"/>
              <a:gd name="connsiteX3" fmla="*/ 4508577 w 5748148"/>
              <a:gd name="connsiteY3" fmla="*/ 0 h 6858000"/>
              <a:gd name="connsiteX4" fmla="*/ 5748148 w 5748148"/>
              <a:gd name="connsiteY4" fmla="*/ 6858000 h 6858000"/>
              <a:gd name="connsiteX5" fmla="*/ 2294058 w 5748148"/>
              <a:gd name="connsiteY5" fmla="*/ 6858000 h 6858000"/>
              <a:gd name="connsiteX6" fmla="*/ 921059 w 5748148"/>
              <a:gd name="connsiteY6" fmla="*/ 6858000 h 6858000"/>
              <a:gd name="connsiteX7" fmla="*/ 0 w 5748148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48148" h="6858000">
                <a:moveTo>
                  <a:pt x="0" y="0"/>
                </a:moveTo>
                <a:lnTo>
                  <a:pt x="921059" y="0"/>
                </a:lnTo>
                <a:lnTo>
                  <a:pt x="2294058" y="0"/>
                </a:lnTo>
                <a:lnTo>
                  <a:pt x="4508577" y="0"/>
                </a:lnTo>
                <a:lnTo>
                  <a:pt x="5748148" y="6858000"/>
                </a:lnTo>
                <a:lnTo>
                  <a:pt x="2294058" y="6858000"/>
                </a:lnTo>
                <a:lnTo>
                  <a:pt x="92105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1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748304"/>
            <a:ext cx="12192000" cy="210072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81112" y="0"/>
            <a:ext cx="1410888" cy="68490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7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490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9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852EE8C-106F-7742-9DC8-3ABD3C47B3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777277"/>
            <a:ext cx="5346700" cy="5303446"/>
          </a:xfrm>
          <a:custGeom>
            <a:avLst/>
            <a:gdLst>
              <a:gd name="connsiteX0" fmla="*/ 0 w 5346700"/>
              <a:gd name="connsiteY0" fmla="*/ 0 h 5303446"/>
              <a:gd name="connsiteX1" fmla="*/ 5346700 w 5346700"/>
              <a:gd name="connsiteY1" fmla="*/ 0 h 5303446"/>
              <a:gd name="connsiteX2" fmla="*/ 5346700 w 5346700"/>
              <a:gd name="connsiteY2" fmla="*/ 5303446 h 5303446"/>
              <a:gd name="connsiteX3" fmla="*/ 0 w 5346700"/>
              <a:gd name="connsiteY3" fmla="*/ 5303446 h 53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6700" h="5303446">
                <a:moveTo>
                  <a:pt x="0" y="0"/>
                </a:moveTo>
                <a:lnTo>
                  <a:pt x="5346700" y="0"/>
                </a:lnTo>
                <a:lnTo>
                  <a:pt x="5346700" y="5303446"/>
                </a:lnTo>
                <a:lnTo>
                  <a:pt x="0" y="53034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2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6A4C288-5171-4F3F-A9E6-0B29999BAA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0493" y="0"/>
            <a:ext cx="5435505" cy="3320941"/>
          </a:xfrm>
          <a:custGeom>
            <a:avLst/>
            <a:gdLst>
              <a:gd name="connsiteX0" fmla="*/ 0 w 5435505"/>
              <a:gd name="connsiteY0" fmla="*/ 0 h 3320941"/>
              <a:gd name="connsiteX1" fmla="*/ 5435505 w 5435505"/>
              <a:gd name="connsiteY1" fmla="*/ 0 h 3320941"/>
              <a:gd name="connsiteX2" fmla="*/ 5435505 w 5435505"/>
              <a:gd name="connsiteY2" fmla="*/ 3320941 h 3320941"/>
              <a:gd name="connsiteX3" fmla="*/ 0 w 5435505"/>
              <a:gd name="connsiteY3" fmla="*/ 3320941 h 332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505" h="3320941">
                <a:moveTo>
                  <a:pt x="0" y="0"/>
                </a:moveTo>
                <a:lnTo>
                  <a:pt x="5435505" y="0"/>
                </a:lnTo>
                <a:lnTo>
                  <a:pt x="5435505" y="3320941"/>
                </a:lnTo>
                <a:lnTo>
                  <a:pt x="0" y="332094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8B228E-9D95-4393-A746-2283228148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94" y="3320940"/>
            <a:ext cx="5435506" cy="3537059"/>
          </a:xfrm>
          <a:custGeom>
            <a:avLst/>
            <a:gdLst>
              <a:gd name="connsiteX0" fmla="*/ 0 w 5435506"/>
              <a:gd name="connsiteY0" fmla="*/ 0 h 3537059"/>
              <a:gd name="connsiteX1" fmla="*/ 5435506 w 5435506"/>
              <a:gd name="connsiteY1" fmla="*/ 0 h 3537059"/>
              <a:gd name="connsiteX2" fmla="*/ 5435506 w 5435506"/>
              <a:gd name="connsiteY2" fmla="*/ 3537059 h 3537059"/>
              <a:gd name="connsiteX3" fmla="*/ 0 w 5435506"/>
              <a:gd name="connsiteY3" fmla="*/ 3537059 h 3537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506" h="3537059">
                <a:moveTo>
                  <a:pt x="0" y="0"/>
                </a:moveTo>
                <a:lnTo>
                  <a:pt x="5435506" y="0"/>
                </a:lnTo>
                <a:lnTo>
                  <a:pt x="5435506" y="3537059"/>
                </a:lnTo>
                <a:lnTo>
                  <a:pt x="0" y="353705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14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2A0C23-107A-470E-AEA3-863F2C96E4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4323" y="1047972"/>
            <a:ext cx="4594646" cy="4594646"/>
          </a:xfrm>
          <a:custGeom>
            <a:avLst/>
            <a:gdLst>
              <a:gd name="connsiteX0" fmla="*/ 2297323 w 4594646"/>
              <a:gd name="connsiteY0" fmla="*/ 0 h 4594646"/>
              <a:gd name="connsiteX1" fmla="*/ 4594646 w 4594646"/>
              <a:gd name="connsiteY1" fmla="*/ 2297323 h 4594646"/>
              <a:gd name="connsiteX2" fmla="*/ 2297323 w 4594646"/>
              <a:gd name="connsiteY2" fmla="*/ 4594646 h 4594646"/>
              <a:gd name="connsiteX3" fmla="*/ 0 w 4594646"/>
              <a:gd name="connsiteY3" fmla="*/ 2297323 h 4594646"/>
              <a:gd name="connsiteX4" fmla="*/ 2297323 w 4594646"/>
              <a:gd name="connsiteY4" fmla="*/ 0 h 459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646" h="4594646">
                <a:moveTo>
                  <a:pt x="2297323" y="0"/>
                </a:moveTo>
                <a:cubicBezTo>
                  <a:pt x="3566099" y="0"/>
                  <a:pt x="4594646" y="1028547"/>
                  <a:pt x="4594646" y="2297323"/>
                </a:cubicBezTo>
                <a:cubicBezTo>
                  <a:pt x="4594646" y="3566099"/>
                  <a:pt x="3566099" y="4594646"/>
                  <a:pt x="2297323" y="4594646"/>
                </a:cubicBezTo>
                <a:cubicBezTo>
                  <a:pt x="1028547" y="4594646"/>
                  <a:pt x="0" y="3566099"/>
                  <a:pt x="0" y="2297323"/>
                </a:cubicBezTo>
                <a:cubicBezTo>
                  <a:pt x="0" y="1028547"/>
                  <a:pt x="1028547" y="0"/>
                  <a:pt x="22973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70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A6D0CB-A5A1-D34C-920C-59D31BBF14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587" y="628650"/>
            <a:ext cx="5854095" cy="5600700"/>
          </a:xfrm>
          <a:custGeom>
            <a:avLst/>
            <a:gdLst>
              <a:gd name="connsiteX0" fmla="*/ 306526 w 5854095"/>
              <a:gd name="connsiteY0" fmla="*/ 0 h 5600700"/>
              <a:gd name="connsiteX1" fmla="*/ 5547569 w 5854095"/>
              <a:gd name="connsiteY1" fmla="*/ 0 h 5600700"/>
              <a:gd name="connsiteX2" fmla="*/ 5854095 w 5854095"/>
              <a:gd name="connsiteY2" fmla="*/ 306526 h 5600700"/>
              <a:gd name="connsiteX3" fmla="*/ 5854095 w 5854095"/>
              <a:gd name="connsiteY3" fmla="*/ 5294174 h 5600700"/>
              <a:gd name="connsiteX4" fmla="*/ 5547569 w 5854095"/>
              <a:gd name="connsiteY4" fmla="*/ 5600700 h 5600700"/>
              <a:gd name="connsiteX5" fmla="*/ 306526 w 5854095"/>
              <a:gd name="connsiteY5" fmla="*/ 5600700 h 5600700"/>
              <a:gd name="connsiteX6" fmla="*/ 0 w 5854095"/>
              <a:gd name="connsiteY6" fmla="*/ 5294174 h 5600700"/>
              <a:gd name="connsiteX7" fmla="*/ 0 w 5854095"/>
              <a:gd name="connsiteY7" fmla="*/ 306526 h 5600700"/>
              <a:gd name="connsiteX8" fmla="*/ 306526 w 5854095"/>
              <a:gd name="connsiteY8" fmla="*/ 0 h 560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54095" h="5600700">
                <a:moveTo>
                  <a:pt x="306526" y="0"/>
                </a:moveTo>
                <a:lnTo>
                  <a:pt x="5547569" y="0"/>
                </a:lnTo>
                <a:cubicBezTo>
                  <a:pt x="5716859" y="0"/>
                  <a:pt x="5854095" y="137236"/>
                  <a:pt x="5854095" y="306526"/>
                </a:cubicBezTo>
                <a:lnTo>
                  <a:pt x="5854095" y="5294174"/>
                </a:lnTo>
                <a:cubicBezTo>
                  <a:pt x="5854095" y="5463464"/>
                  <a:pt x="5716859" y="5600700"/>
                  <a:pt x="5547569" y="5600700"/>
                </a:cubicBezTo>
                <a:lnTo>
                  <a:pt x="306526" y="5600700"/>
                </a:lnTo>
                <a:cubicBezTo>
                  <a:pt x="137236" y="5600700"/>
                  <a:pt x="0" y="5463464"/>
                  <a:pt x="0" y="5294174"/>
                </a:cubicBezTo>
                <a:lnTo>
                  <a:pt x="0" y="306526"/>
                </a:lnTo>
                <a:cubicBezTo>
                  <a:pt x="0" y="137236"/>
                  <a:pt x="137236" y="0"/>
                  <a:pt x="30652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bg1">
                <a:lumMod val="95000"/>
              </a:schemeClr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8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85570F4-D21A-4EF5-B526-BBA679E51E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1074" y="5070474"/>
            <a:ext cx="900296" cy="900296"/>
          </a:xfrm>
          <a:custGeom>
            <a:avLst/>
            <a:gdLst>
              <a:gd name="connsiteX0" fmla="*/ 450148 w 900296"/>
              <a:gd name="connsiteY0" fmla="*/ 0 h 900296"/>
              <a:gd name="connsiteX1" fmla="*/ 900296 w 900296"/>
              <a:gd name="connsiteY1" fmla="*/ 450148 h 900296"/>
              <a:gd name="connsiteX2" fmla="*/ 450148 w 900296"/>
              <a:gd name="connsiteY2" fmla="*/ 900296 h 900296"/>
              <a:gd name="connsiteX3" fmla="*/ 0 w 900296"/>
              <a:gd name="connsiteY3" fmla="*/ 450148 h 900296"/>
              <a:gd name="connsiteX4" fmla="*/ 450148 w 900296"/>
              <a:gd name="connsiteY4" fmla="*/ 0 h 90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296" h="900296">
                <a:moveTo>
                  <a:pt x="450148" y="0"/>
                </a:moveTo>
                <a:cubicBezTo>
                  <a:pt x="698758" y="0"/>
                  <a:pt x="900296" y="201538"/>
                  <a:pt x="900296" y="450148"/>
                </a:cubicBezTo>
                <a:cubicBezTo>
                  <a:pt x="900296" y="698758"/>
                  <a:pt x="698758" y="900296"/>
                  <a:pt x="450148" y="900296"/>
                </a:cubicBezTo>
                <a:cubicBezTo>
                  <a:pt x="201538" y="900296"/>
                  <a:pt x="0" y="698758"/>
                  <a:pt x="0" y="450148"/>
                </a:cubicBezTo>
                <a:cubicBezTo>
                  <a:pt x="0" y="201538"/>
                  <a:pt x="201538" y="0"/>
                  <a:pt x="45014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gradFill>
              <a:gsLst>
                <a:gs pos="0">
                  <a:srgbClr val="57FFE3"/>
                </a:gs>
                <a:gs pos="100000">
                  <a:srgbClr val="00C4FF"/>
                </a:gs>
              </a:gsLst>
              <a:lin ang="5400000" scaled="1"/>
            </a:gra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D83EBD6-4EA4-48DB-9B7E-FE2954652F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074" y="3629376"/>
            <a:ext cx="900296" cy="900296"/>
          </a:xfrm>
          <a:custGeom>
            <a:avLst/>
            <a:gdLst>
              <a:gd name="connsiteX0" fmla="*/ 450148 w 900296"/>
              <a:gd name="connsiteY0" fmla="*/ 0 h 900296"/>
              <a:gd name="connsiteX1" fmla="*/ 900296 w 900296"/>
              <a:gd name="connsiteY1" fmla="*/ 450148 h 900296"/>
              <a:gd name="connsiteX2" fmla="*/ 450148 w 900296"/>
              <a:gd name="connsiteY2" fmla="*/ 900296 h 900296"/>
              <a:gd name="connsiteX3" fmla="*/ 0 w 900296"/>
              <a:gd name="connsiteY3" fmla="*/ 450148 h 900296"/>
              <a:gd name="connsiteX4" fmla="*/ 450148 w 900296"/>
              <a:gd name="connsiteY4" fmla="*/ 0 h 90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296" h="900296">
                <a:moveTo>
                  <a:pt x="450148" y="0"/>
                </a:moveTo>
                <a:cubicBezTo>
                  <a:pt x="698758" y="0"/>
                  <a:pt x="900296" y="201538"/>
                  <a:pt x="900296" y="450148"/>
                </a:cubicBezTo>
                <a:cubicBezTo>
                  <a:pt x="900296" y="698758"/>
                  <a:pt x="698758" y="900296"/>
                  <a:pt x="450148" y="900296"/>
                </a:cubicBezTo>
                <a:cubicBezTo>
                  <a:pt x="201538" y="900296"/>
                  <a:pt x="0" y="698758"/>
                  <a:pt x="0" y="450148"/>
                </a:cubicBezTo>
                <a:cubicBezTo>
                  <a:pt x="0" y="201538"/>
                  <a:pt x="201538" y="0"/>
                  <a:pt x="45014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gradFill>
              <a:gsLst>
                <a:gs pos="0">
                  <a:srgbClr val="57FFE3"/>
                </a:gs>
                <a:gs pos="100000">
                  <a:srgbClr val="00C4FF"/>
                </a:gs>
              </a:gsLst>
              <a:lin ang="5400000" scaled="1"/>
            </a:gra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CB70A1-1091-4927-9807-527E1E2A5A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2379" y="1"/>
            <a:ext cx="5189620" cy="6857999"/>
          </a:xfrm>
          <a:custGeom>
            <a:avLst/>
            <a:gdLst>
              <a:gd name="connsiteX0" fmla="*/ 0 w 5189620"/>
              <a:gd name="connsiteY0" fmla="*/ 0 h 6857999"/>
              <a:gd name="connsiteX1" fmla="*/ 5189620 w 5189620"/>
              <a:gd name="connsiteY1" fmla="*/ 0 h 6857999"/>
              <a:gd name="connsiteX2" fmla="*/ 5189620 w 5189620"/>
              <a:gd name="connsiteY2" fmla="*/ 6857999 h 6857999"/>
              <a:gd name="connsiteX3" fmla="*/ 0 w 518962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620" h="6857999">
                <a:moveTo>
                  <a:pt x="0" y="0"/>
                </a:moveTo>
                <a:lnTo>
                  <a:pt x="5189620" y="0"/>
                </a:lnTo>
                <a:lnTo>
                  <a:pt x="5189620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0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AC26479-6E60-B349-A914-B77FAACCF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827089" cy="6858000"/>
          </a:xfrm>
          <a:custGeom>
            <a:avLst/>
            <a:gdLst>
              <a:gd name="connsiteX0" fmla="*/ 0 w 4827089"/>
              <a:gd name="connsiteY0" fmla="*/ 0 h 6858000"/>
              <a:gd name="connsiteX1" fmla="*/ 3587518 w 4827089"/>
              <a:gd name="connsiteY1" fmla="*/ 0 h 6858000"/>
              <a:gd name="connsiteX2" fmla="*/ 4827089 w 4827089"/>
              <a:gd name="connsiteY2" fmla="*/ 6858000 h 6858000"/>
              <a:gd name="connsiteX3" fmla="*/ 0 w 48270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089" h="6858000">
                <a:moveTo>
                  <a:pt x="0" y="0"/>
                </a:moveTo>
                <a:lnTo>
                  <a:pt x="3587518" y="0"/>
                </a:lnTo>
                <a:lnTo>
                  <a:pt x="482708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40EF20-9B22-40FC-AD1B-9FF0700ACD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169" y="1047972"/>
            <a:ext cx="4594646" cy="4594646"/>
          </a:xfrm>
          <a:custGeom>
            <a:avLst/>
            <a:gdLst>
              <a:gd name="connsiteX0" fmla="*/ 2297323 w 4594646"/>
              <a:gd name="connsiteY0" fmla="*/ 0 h 4594646"/>
              <a:gd name="connsiteX1" fmla="*/ 4594646 w 4594646"/>
              <a:gd name="connsiteY1" fmla="*/ 2297323 h 4594646"/>
              <a:gd name="connsiteX2" fmla="*/ 2297323 w 4594646"/>
              <a:gd name="connsiteY2" fmla="*/ 4594646 h 4594646"/>
              <a:gd name="connsiteX3" fmla="*/ 0 w 4594646"/>
              <a:gd name="connsiteY3" fmla="*/ 2297323 h 4594646"/>
              <a:gd name="connsiteX4" fmla="*/ 2297323 w 4594646"/>
              <a:gd name="connsiteY4" fmla="*/ 0 h 459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646" h="4594646">
                <a:moveTo>
                  <a:pt x="2297323" y="0"/>
                </a:moveTo>
                <a:cubicBezTo>
                  <a:pt x="3566099" y="0"/>
                  <a:pt x="4594646" y="1028547"/>
                  <a:pt x="4594646" y="2297323"/>
                </a:cubicBezTo>
                <a:cubicBezTo>
                  <a:pt x="4594646" y="3566099"/>
                  <a:pt x="3566099" y="4594646"/>
                  <a:pt x="2297323" y="4594646"/>
                </a:cubicBezTo>
                <a:cubicBezTo>
                  <a:pt x="1028547" y="4594646"/>
                  <a:pt x="0" y="3566099"/>
                  <a:pt x="0" y="2297323"/>
                </a:cubicBezTo>
                <a:cubicBezTo>
                  <a:pt x="0" y="1028547"/>
                  <a:pt x="1028547" y="0"/>
                  <a:pt x="22973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44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8A14405-7D17-4DC1-8287-55E2AE678D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034927" cy="6853687"/>
          </a:xfrm>
          <a:custGeom>
            <a:avLst/>
            <a:gdLst>
              <a:gd name="connsiteX0" fmla="*/ 0 w 7034927"/>
              <a:gd name="connsiteY0" fmla="*/ 0 h 6853687"/>
              <a:gd name="connsiteX1" fmla="*/ 7034927 w 7034927"/>
              <a:gd name="connsiteY1" fmla="*/ 0 h 6853687"/>
              <a:gd name="connsiteX2" fmla="*/ 6110016 w 7034927"/>
              <a:gd name="connsiteY2" fmla="*/ 6853687 h 6853687"/>
              <a:gd name="connsiteX3" fmla="*/ 0 w 7034927"/>
              <a:gd name="connsiteY3" fmla="*/ 6853687 h 685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34927" h="6853687">
                <a:moveTo>
                  <a:pt x="0" y="0"/>
                </a:moveTo>
                <a:lnTo>
                  <a:pt x="7034927" y="0"/>
                </a:lnTo>
                <a:lnTo>
                  <a:pt x="6110016" y="6853687"/>
                </a:lnTo>
                <a:lnTo>
                  <a:pt x="0" y="685368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89128F8-3602-4DA7-B660-873EB8E50C7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52400" y="1176680"/>
            <a:ext cx="1990553" cy="1990553"/>
          </a:xfrm>
          <a:custGeom>
            <a:avLst/>
            <a:gdLst>
              <a:gd name="connsiteX0" fmla="*/ 331765 w 1990553"/>
              <a:gd name="connsiteY0" fmla="*/ 0 h 1990553"/>
              <a:gd name="connsiteX1" fmla="*/ 1658788 w 1990553"/>
              <a:gd name="connsiteY1" fmla="*/ 0 h 1990553"/>
              <a:gd name="connsiteX2" fmla="*/ 1990553 w 1990553"/>
              <a:gd name="connsiteY2" fmla="*/ 331765 h 1990553"/>
              <a:gd name="connsiteX3" fmla="*/ 1990553 w 1990553"/>
              <a:gd name="connsiteY3" fmla="*/ 1658788 h 1990553"/>
              <a:gd name="connsiteX4" fmla="*/ 1658788 w 1990553"/>
              <a:gd name="connsiteY4" fmla="*/ 1990553 h 1990553"/>
              <a:gd name="connsiteX5" fmla="*/ 331765 w 1990553"/>
              <a:gd name="connsiteY5" fmla="*/ 1990553 h 1990553"/>
              <a:gd name="connsiteX6" fmla="*/ 0 w 1990553"/>
              <a:gd name="connsiteY6" fmla="*/ 1658788 h 1990553"/>
              <a:gd name="connsiteX7" fmla="*/ 0 w 1990553"/>
              <a:gd name="connsiteY7" fmla="*/ 331765 h 1990553"/>
              <a:gd name="connsiteX8" fmla="*/ 331765 w 1990553"/>
              <a:gd name="connsiteY8" fmla="*/ 0 h 199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0553" h="1990553">
                <a:moveTo>
                  <a:pt x="331765" y="0"/>
                </a:moveTo>
                <a:lnTo>
                  <a:pt x="1658788" y="0"/>
                </a:lnTo>
                <a:cubicBezTo>
                  <a:pt x="1842017" y="0"/>
                  <a:pt x="1990553" y="148536"/>
                  <a:pt x="1990553" y="331765"/>
                </a:cubicBezTo>
                <a:lnTo>
                  <a:pt x="1990553" y="1658788"/>
                </a:lnTo>
                <a:cubicBezTo>
                  <a:pt x="1990553" y="1842017"/>
                  <a:pt x="1842017" y="1990553"/>
                  <a:pt x="1658788" y="1990553"/>
                </a:cubicBezTo>
                <a:lnTo>
                  <a:pt x="331765" y="1990553"/>
                </a:lnTo>
                <a:cubicBezTo>
                  <a:pt x="148536" y="1990553"/>
                  <a:pt x="0" y="1842017"/>
                  <a:pt x="0" y="1658788"/>
                </a:cubicBezTo>
                <a:lnTo>
                  <a:pt x="0" y="331765"/>
                </a:lnTo>
                <a:cubicBezTo>
                  <a:pt x="0" y="148536"/>
                  <a:pt x="148536" y="0"/>
                  <a:pt x="331765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2AB0AC4-1ED9-4DB3-996D-5356C9A9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2399" y="3684759"/>
            <a:ext cx="1990553" cy="1990553"/>
          </a:xfrm>
          <a:custGeom>
            <a:avLst/>
            <a:gdLst>
              <a:gd name="connsiteX0" fmla="*/ 331765 w 1990553"/>
              <a:gd name="connsiteY0" fmla="*/ 0 h 1990553"/>
              <a:gd name="connsiteX1" fmla="*/ 1658788 w 1990553"/>
              <a:gd name="connsiteY1" fmla="*/ 0 h 1990553"/>
              <a:gd name="connsiteX2" fmla="*/ 1990553 w 1990553"/>
              <a:gd name="connsiteY2" fmla="*/ 331765 h 1990553"/>
              <a:gd name="connsiteX3" fmla="*/ 1990553 w 1990553"/>
              <a:gd name="connsiteY3" fmla="*/ 1658788 h 1990553"/>
              <a:gd name="connsiteX4" fmla="*/ 1658788 w 1990553"/>
              <a:gd name="connsiteY4" fmla="*/ 1990553 h 1990553"/>
              <a:gd name="connsiteX5" fmla="*/ 331765 w 1990553"/>
              <a:gd name="connsiteY5" fmla="*/ 1990553 h 1990553"/>
              <a:gd name="connsiteX6" fmla="*/ 0 w 1990553"/>
              <a:gd name="connsiteY6" fmla="*/ 1658788 h 1990553"/>
              <a:gd name="connsiteX7" fmla="*/ 0 w 1990553"/>
              <a:gd name="connsiteY7" fmla="*/ 331765 h 1990553"/>
              <a:gd name="connsiteX8" fmla="*/ 331765 w 1990553"/>
              <a:gd name="connsiteY8" fmla="*/ 0 h 199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0553" h="1990553">
                <a:moveTo>
                  <a:pt x="331765" y="0"/>
                </a:moveTo>
                <a:lnTo>
                  <a:pt x="1658788" y="0"/>
                </a:lnTo>
                <a:cubicBezTo>
                  <a:pt x="1842017" y="0"/>
                  <a:pt x="1990553" y="148536"/>
                  <a:pt x="1990553" y="331765"/>
                </a:cubicBezTo>
                <a:lnTo>
                  <a:pt x="1990553" y="1658788"/>
                </a:lnTo>
                <a:cubicBezTo>
                  <a:pt x="1990553" y="1842017"/>
                  <a:pt x="1842017" y="1990553"/>
                  <a:pt x="1658788" y="1990553"/>
                </a:cubicBezTo>
                <a:lnTo>
                  <a:pt x="331765" y="1990553"/>
                </a:lnTo>
                <a:cubicBezTo>
                  <a:pt x="148536" y="1990553"/>
                  <a:pt x="0" y="1842017"/>
                  <a:pt x="0" y="1658788"/>
                </a:cubicBezTo>
                <a:lnTo>
                  <a:pt x="0" y="331765"/>
                </a:lnTo>
                <a:cubicBezTo>
                  <a:pt x="0" y="148536"/>
                  <a:pt x="148536" y="0"/>
                  <a:pt x="331765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72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6F4059-9BDD-4E09-94C2-8D55B3D222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1998" cy="3428999"/>
          </a:xfrm>
          <a:custGeom>
            <a:avLst/>
            <a:gdLst>
              <a:gd name="connsiteX0" fmla="*/ 0 w 12191998"/>
              <a:gd name="connsiteY0" fmla="*/ 0 h 4132161"/>
              <a:gd name="connsiteX1" fmla="*/ 12191998 w 12191998"/>
              <a:gd name="connsiteY1" fmla="*/ 0 h 4132161"/>
              <a:gd name="connsiteX2" fmla="*/ 12191998 w 12191998"/>
              <a:gd name="connsiteY2" fmla="*/ 4132161 h 4132161"/>
              <a:gd name="connsiteX3" fmla="*/ 0 w 12191998"/>
              <a:gd name="connsiteY3" fmla="*/ 4132161 h 4132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4132161">
                <a:moveTo>
                  <a:pt x="0" y="0"/>
                </a:moveTo>
                <a:lnTo>
                  <a:pt x="12191998" y="0"/>
                </a:lnTo>
                <a:lnTo>
                  <a:pt x="12191998" y="4132161"/>
                </a:lnTo>
                <a:lnTo>
                  <a:pt x="0" y="413216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B3A1DE-93E4-B34D-9279-6DCF022E77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18102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3168FEB-A068-2640-8681-04C21F864C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63360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19D5025-C6DC-2A45-A5AB-C45FE73F36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2844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04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9AD8F01-45C5-4BF0-B0B0-93DD039441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5D01BC8-6C25-804D-B64D-547CAF68F5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33443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4C3873-D70D-7241-890F-7EC54BA4FE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41622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392DB8A-622C-FC45-9F73-A0ED47BDCD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5264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87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9D5720D-E9A3-4F03-A355-69D7460EB9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0" y="0"/>
            <a:ext cx="6872288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30F51E-62ED-4D1F-9A57-8031C559C8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57074" y="0"/>
            <a:ext cx="7034927" cy="6853687"/>
          </a:xfrm>
          <a:custGeom>
            <a:avLst/>
            <a:gdLst>
              <a:gd name="connsiteX0" fmla="*/ 0 w 7034927"/>
              <a:gd name="connsiteY0" fmla="*/ 0 h 6853687"/>
              <a:gd name="connsiteX1" fmla="*/ 7034927 w 7034927"/>
              <a:gd name="connsiteY1" fmla="*/ 0 h 6853687"/>
              <a:gd name="connsiteX2" fmla="*/ 7034927 w 7034927"/>
              <a:gd name="connsiteY2" fmla="*/ 6853687 h 6853687"/>
              <a:gd name="connsiteX3" fmla="*/ 924911 w 7034927"/>
              <a:gd name="connsiteY3" fmla="*/ 6853687 h 685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34927" h="6853687">
                <a:moveTo>
                  <a:pt x="0" y="0"/>
                </a:moveTo>
                <a:lnTo>
                  <a:pt x="7034927" y="0"/>
                </a:lnTo>
                <a:lnTo>
                  <a:pt x="7034927" y="6853687"/>
                </a:lnTo>
                <a:lnTo>
                  <a:pt x="924911" y="685368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42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37008D-5008-4AF5-93E7-5D80C0215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0049" y="824736"/>
            <a:ext cx="3887419" cy="3118950"/>
          </a:xfrm>
          <a:custGeom>
            <a:avLst/>
            <a:gdLst>
              <a:gd name="connsiteX0" fmla="*/ 519836 w 3887419"/>
              <a:gd name="connsiteY0" fmla="*/ 0 h 3118950"/>
              <a:gd name="connsiteX1" fmla="*/ 3367584 w 3887419"/>
              <a:gd name="connsiteY1" fmla="*/ 0 h 3118950"/>
              <a:gd name="connsiteX2" fmla="*/ 3887419 w 3887419"/>
              <a:gd name="connsiteY2" fmla="*/ 519836 h 3118950"/>
              <a:gd name="connsiteX3" fmla="*/ 3887419 w 3887419"/>
              <a:gd name="connsiteY3" fmla="*/ 2599115 h 3118950"/>
              <a:gd name="connsiteX4" fmla="*/ 3367584 w 3887419"/>
              <a:gd name="connsiteY4" fmla="*/ 3118950 h 3118950"/>
              <a:gd name="connsiteX5" fmla="*/ 519836 w 3887419"/>
              <a:gd name="connsiteY5" fmla="*/ 3118950 h 3118950"/>
              <a:gd name="connsiteX6" fmla="*/ 0 w 3887419"/>
              <a:gd name="connsiteY6" fmla="*/ 2599115 h 3118950"/>
              <a:gd name="connsiteX7" fmla="*/ 0 w 3887419"/>
              <a:gd name="connsiteY7" fmla="*/ 519836 h 3118950"/>
              <a:gd name="connsiteX8" fmla="*/ 519836 w 3887419"/>
              <a:gd name="connsiteY8" fmla="*/ 0 h 311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7419" h="3118950">
                <a:moveTo>
                  <a:pt x="519836" y="0"/>
                </a:moveTo>
                <a:lnTo>
                  <a:pt x="3367584" y="0"/>
                </a:lnTo>
                <a:cubicBezTo>
                  <a:pt x="3654681" y="0"/>
                  <a:pt x="3887419" y="232738"/>
                  <a:pt x="3887419" y="519836"/>
                </a:cubicBezTo>
                <a:lnTo>
                  <a:pt x="3887419" y="2599115"/>
                </a:lnTo>
                <a:cubicBezTo>
                  <a:pt x="3887419" y="2886212"/>
                  <a:pt x="3654681" y="3118950"/>
                  <a:pt x="3367584" y="3118950"/>
                </a:cubicBezTo>
                <a:lnTo>
                  <a:pt x="519836" y="3118950"/>
                </a:lnTo>
                <a:cubicBezTo>
                  <a:pt x="232738" y="3118950"/>
                  <a:pt x="0" y="2886212"/>
                  <a:pt x="0" y="2599115"/>
                </a:cubicBezTo>
                <a:lnTo>
                  <a:pt x="0" y="519836"/>
                </a:lnTo>
                <a:cubicBezTo>
                  <a:pt x="0" y="232738"/>
                  <a:pt x="232738" y="0"/>
                  <a:pt x="51983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FE28AE9-016A-4E73-BBFB-4E63358359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32645" y="2448054"/>
            <a:ext cx="2292525" cy="1839336"/>
          </a:xfrm>
          <a:custGeom>
            <a:avLst/>
            <a:gdLst>
              <a:gd name="connsiteX0" fmla="*/ 306562 w 2292525"/>
              <a:gd name="connsiteY0" fmla="*/ 0 h 1839336"/>
              <a:gd name="connsiteX1" fmla="*/ 1985963 w 2292525"/>
              <a:gd name="connsiteY1" fmla="*/ 0 h 1839336"/>
              <a:gd name="connsiteX2" fmla="*/ 2292525 w 2292525"/>
              <a:gd name="connsiteY2" fmla="*/ 306562 h 1839336"/>
              <a:gd name="connsiteX3" fmla="*/ 2292525 w 2292525"/>
              <a:gd name="connsiteY3" fmla="*/ 1532774 h 1839336"/>
              <a:gd name="connsiteX4" fmla="*/ 1985963 w 2292525"/>
              <a:gd name="connsiteY4" fmla="*/ 1839336 h 1839336"/>
              <a:gd name="connsiteX5" fmla="*/ 306562 w 2292525"/>
              <a:gd name="connsiteY5" fmla="*/ 1839336 h 1839336"/>
              <a:gd name="connsiteX6" fmla="*/ 0 w 2292525"/>
              <a:gd name="connsiteY6" fmla="*/ 1532774 h 1839336"/>
              <a:gd name="connsiteX7" fmla="*/ 0 w 2292525"/>
              <a:gd name="connsiteY7" fmla="*/ 306562 h 1839336"/>
              <a:gd name="connsiteX8" fmla="*/ 306562 w 2292525"/>
              <a:gd name="connsiteY8" fmla="*/ 0 h 1839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525" h="1839336">
                <a:moveTo>
                  <a:pt x="306562" y="0"/>
                </a:moveTo>
                <a:lnTo>
                  <a:pt x="1985963" y="0"/>
                </a:lnTo>
                <a:cubicBezTo>
                  <a:pt x="2155273" y="0"/>
                  <a:pt x="2292525" y="137253"/>
                  <a:pt x="2292525" y="306562"/>
                </a:cubicBezTo>
                <a:lnTo>
                  <a:pt x="2292525" y="1532774"/>
                </a:lnTo>
                <a:cubicBezTo>
                  <a:pt x="2292525" y="1702084"/>
                  <a:pt x="2155273" y="1839336"/>
                  <a:pt x="1985963" y="1839336"/>
                </a:cubicBezTo>
                <a:lnTo>
                  <a:pt x="306562" y="1839336"/>
                </a:lnTo>
                <a:cubicBezTo>
                  <a:pt x="137253" y="1839336"/>
                  <a:pt x="0" y="1702084"/>
                  <a:pt x="0" y="1532774"/>
                </a:cubicBezTo>
                <a:lnTo>
                  <a:pt x="0" y="306562"/>
                </a:lnTo>
                <a:cubicBezTo>
                  <a:pt x="0" y="137253"/>
                  <a:pt x="137253" y="0"/>
                  <a:pt x="30656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5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9A17FE-596B-4679-A6A2-5F00C5289B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594" y="782470"/>
            <a:ext cx="4017197" cy="5293061"/>
          </a:xfrm>
          <a:custGeom>
            <a:avLst/>
            <a:gdLst>
              <a:gd name="connsiteX0" fmla="*/ 0 w 4017197"/>
              <a:gd name="connsiteY0" fmla="*/ 0 h 5293061"/>
              <a:gd name="connsiteX1" fmla="*/ 3347651 w 4017197"/>
              <a:gd name="connsiteY1" fmla="*/ 0 h 5293061"/>
              <a:gd name="connsiteX2" fmla="*/ 4017197 w 4017197"/>
              <a:gd name="connsiteY2" fmla="*/ 669546 h 5293061"/>
              <a:gd name="connsiteX3" fmla="*/ 4017197 w 4017197"/>
              <a:gd name="connsiteY3" fmla="*/ 5293061 h 5293061"/>
              <a:gd name="connsiteX4" fmla="*/ 0 w 4017197"/>
              <a:gd name="connsiteY4" fmla="*/ 5293061 h 529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7197" h="5293061">
                <a:moveTo>
                  <a:pt x="0" y="0"/>
                </a:moveTo>
                <a:lnTo>
                  <a:pt x="3347651" y="0"/>
                </a:lnTo>
                <a:lnTo>
                  <a:pt x="4017197" y="669546"/>
                </a:lnTo>
                <a:lnTo>
                  <a:pt x="4017197" y="5293061"/>
                </a:lnTo>
                <a:lnTo>
                  <a:pt x="0" y="529306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30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44A9431-D09A-4C03-B684-31D76715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890B694-2D7B-4E5E-8EDC-2CAD64FB28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70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98D2DC4-7146-481F-8E2B-AE2027E8DC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7143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B97CF9B-1607-4A8A-A301-4B70B4548B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0000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08A5DA0-8ED2-4607-BABC-23C787E09A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22857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44C6E50-B822-4AFB-B784-B89E517A0A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34341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2F7DC0D-F5BD-4935-942F-68633575F0F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75719" y="1884255"/>
            <a:ext cx="2441478" cy="3165687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95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51663F9-BFE8-480F-A1CF-1216E99A92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18247" y="3177187"/>
            <a:ext cx="2580631" cy="1521894"/>
          </a:xfrm>
          <a:custGeom>
            <a:avLst/>
            <a:gdLst>
              <a:gd name="connsiteX0" fmla="*/ 0 w 2580631"/>
              <a:gd name="connsiteY0" fmla="*/ 0 h 1521894"/>
              <a:gd name="connsiteX1" fmla="*/ 2580631 w 2580631"/>
              <a:gd name="connsiteY1" fmla="*/ 0 h 1521894"/>
              <a:gd name="connsiteX2" fmla="*/ 2580631 w 2580631"/>
              <a:gd name="connsiteY2" fmla="*/ 1521894 h 1521894"/>
              <a:gd name="connsiteX3" fmla="*/ 0 w 2580631"/>
              <a:gd name="connsiteY3" fmla="*/ 1521894 h 152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0631" h="1521894">
                <a:moveTo>
                  <a:pt x="0" y="0"/>
                </a:moveTo>
                <a:lnTo>
                  <a:pt x="2580631" y="0"/>
                </a:lnTo>
                <a:lnTo>
                  <a:pt x="2580631" y="1521894"/>
                </a:lnTo>
                <a:lnTo>
                  <a:pt x="0" y="152189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3C4B2A6-852E-4CBD-B981-98125D4BF0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975" y="3177187"/>
            <a:ext cx="2580631" cy="1521894"/>
          </a:xfrm>
          <a:custGeom>
            <a:avLst/>
            <a:gdLst>
              <a:gd name="connsiteX0" fmla="*/ 0 w 2580631"/>
              <a:gd name="connsiteY0" fmla="*/ 0 h 1521894"/>
              <a:gd name="connsiteX1" fmla="*/ 2580631 w 2580631"/>
              <a:gd name="connsiteY1" fmla="*/ 0 h 1521894"/>
              <a:gd name="connsiteX2" fmla="*/ 2580631 w 2580631"/>
              <a:gd name="connsiteY2" fmla="*/ 1521894 h 1521894"/>
              <a:gd name="connsiteX3" fmla="*/ 0 w 2580631"/>
              <a:gd name="connsiteY3" fmla="*/ 1521894 h 152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0631" h="1521894">
                <a:moveTo>
                  <a:pt x="0" y="0"/>
                </a:moveTo>
                <a:lnTo>
                  <a:pt x="2580631" y="0"/>
                </a:lnTo>
                <a:lnTo>
                  <a:pt x="2580631" y="1521894"/>
                </a:lnTo>
                <a:lnTo>
                  <a:pt x="0" y="152189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3E1707-43DE-45EB-BAB0-12DB73F856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2381" y="0"/>
            <a:ext cx="5189619" cy="6858000"/>
          </a:xfrm>
          <a:custGeom>
            <a:avLst/>
            <a:gdLst>
              <a:gd name="connsiteX0" fmla="*/ 0 w 5189619"/>
              <a:gd name="connsiteY0" fmla="*/ 0 h 6858000"/>
              <a:gd name="connsiteX1" fmla="*/ 5189619 w 5189619"/>
              <a:gd name="connsiteY1" fmla="*/ 0 h 6858000"/>
              <a:gd name="connsiteX2" fmla="*/ 5189619 w 5189619"/>
              <a:gd name="connsiteY2" fmla="*/ 6858000 h 6858000"/>
              <a:gd name="connsiteX3" fmla="*/ 0 w 518961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619" h="6858000">
                <a:moveTo>
                  <a:pt x="0" y="0"/>
                </a:moveTo>
                <a:lnTo>
                  <a:pt x="5189619" y="0"/>
                </a:lnTo>
                <a:lnTo>
                  <a:pt x="518961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657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CAABFD-F57F-F746-9119-469E99B78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106061"/>
          </a:xfrm>
          <a:custGeom>
            <a:avLst/>
            <a:gdLst>
              <a:gd name="connsiteX0" fmla="*/ 0 w 12192000"/>
              <a:gd name="connsiteY0" fmla="*/ 0 h 4106061"/>
              <a:gd name="connsiteX1" fmla="*/ 12192000 w 12192000"/>
              <a:gd name="connsiteY1" fmla="*/ 0 h 4106061"/>
              <a:gd name="connsiteX2" fmla="*/ 12192000 w 12192000"/>
              <a:gd name="connsiteY2" fmla="*/ 676160 h 4106061"/>
              <a:gd name="connsiteX3" fmla="*/ 12192000 w 12192000"/>
              <a:gd name="connsiteY3" fmla="*/ 3207981 h 4106061"/>
              <a:gd name="connsiteX4" fmla="*/ 12108385 w 12192000"/>
              <a:gd name="connsiteY4" fmla="*/ 3231647 h 4106061"/>
              <a:gd name="connsiteX5" fmla="*/ 5769059 w 12192000"/>
              <a:gd name="connsiteY5" fmla="*/ 3333328 h 4106061"/>
              <a:gd name="connsiteX6" fmla="*/ 101890 w 12192000"/>
              <a:gd name="connsiteY6" fmla="*/ 3375100 h 4106061"/>
              <a:gd name="connsiteX7" fmla="*/ 0 w 12192000"/>
              <a:gd name="connsiteY7" fmla="*/ 3306830 h 4106061"/>
              <a:gd name="connsiteX8" fmla="*/ 0 w 12192000"/>
              <a:gd name="connsiteY8" fmla="*/ 676160 h 4106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106061">
                <a:moveTo>
                  <a:pt x="0" y="0"/>
                </a:moveTo>
                <a:lnTo>
                  <a:pt x="12192000" y="0"/>
                </a:lnTo>
                <a:lnTo>
                  <a:pt x="12192000" y="676160"/>
                </a:lnTo>
                <a:lnTo>
                  <a:pt x="12192000" y="3207981"/>
                </a:lnTo>
                <a:lnTo>
                  <a:pt x="12108385" y="3231647"/>
                </a:lnTo>
                <a:cubicBezTo>
                  <a:pt x="10735166" y="3516788"/>
                  <a:pt x="8009777" y="1369759"/>
                  <a:pt x="5769059" y="3333328"/>
                </a:cubicBezTo>
                <a:cubicBezTo>
                  <a:pt x="4517631" y="4430076"/>
                  <a:pt x="1550902" y="4281867"/>
                  <a:pt x="101890" y="3375100"/>
                </a:cubicBezTo>
                <a:lnTo>
                  <a:pt x="0" y="3306830"/>
                </a:lnTo>
                <a:lnTo>
                  <a:pt x="0" y="67616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68D6E1-8736-41FD-AC15-6CB223769B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13177" y="1890749"/>
            <a:ext cx="5803641" cy="3695450"/>
          </a:xfrm>
          <a:custGeom>
            <a:avLst/>
            <a:gdLst>
              <a:gd name="connsiteX0" fmla="*/ 0 w 5803641"/>
              <a:gd name="connsiteY0" fmla="*/ 0 h 3695450"/>
              <a:gd name="connsiteX1" fmla="*/ 5803641 w 5803641"/>
              <a:gd name="connsiteY1" fmla="*/ 0 h 3695450"/>
              <a:gd name="connsiteX2" fmla="*/ 5803641 w 5803641"/>
              <a:gd name="connsiteY2" fmla="*/ 3695450 h 3695450"/>
              <a:gd name="connsiteX3" fmla="*/ 0 w 5803641"/>
              <a:gd name="connsiteY3" fmla="*/ 3695450 h 369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03641" h="3695450">
                <a:moveTo>
                  <a:pt x="0" y="0"/>
                </a:moveTo>
                <a:lnTo>
                  <a:pt x="5803641" y="0"/>
                </a:lnTo>
                <a:lnTo>
                  <a:pt x="5803641" y="3695450"/>
                </a:lnTo>
                <a:lnTo>
                  <a:pt x="0" y="369545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010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9CEA18E-FB89-47F5-8520-17E7A37D6B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3329" y="1057275"/>
            <a:ext cx="2219958" cy="4743450"/>
          </a:xfrm>
          <a:custGeom>
            <a:avLst/>
            <a:gdLst>
              <a:gd name="connsiteX0" fmla="*/ 227124 w 2219958"/>
              <a:gd name="connsiteY0" fmla="*/ 0 h 4743450"/>
              <a:gd name="connsiteX1" fmla="*/ 1992834 w 2219958"/>
              <a:gd name="connsiteY1" fmla="*/ 0 h 4743450"/>
              <a:gd name="connsiteX2" fmla="*/ 2219958 w 2219958"/>
              <a:gd name="connsiteY2" fmla="*/ 227124 h 4743450"/>
              <a:gd name="connsiteX3" fmla="*/ 2219958 w 2219958"/>
              <a:gd name="connsiteY3" fmla="*/ 4516326 h 4743450"/>
              <a:gd name="connsiteX4" fmla="*/ 1992834 w 2219958"/>
              <a:gd name="connsiteY4" fmla="*/ 4743450 h 4743450"/>
              <a:gd name="connsiteX5" fmla="*/ 227124 w 2219958"/>
              <a:gd name="connsiteY5" fmla="*/ 4743450 h 4743450"/>
              <a:gd name="connsiteX6" fmla="*/ 0 w 2219958"/>
              <a:gd name="connsiteY6" fmla="*/ 4516326 h 4743450"/>
              <a:gd name="connsiteX7" fmla="*/ 0 w 2219958"/>
              <a:gd name="connsiteY7" fmla="*/ 227124 h 4743450"/>
              <a:gd name="connsiteX8" fmla="*/ 227124 w 2219958"/>
              <a:gd name="connsiteY8" fmla="*/ 0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9958" h="4743450">
                <a:moveTo>
                  <a:pt x="227124" y="0"/>
                </a:moveTo>
                <a:lnTo>
                  <a:pt x="1992834" y="0"/>
                </a:lnTo>
                <a:cubicBezTo>
                  <a:pt x="2118271" y="0"/>
                  <a:pt x="2219958" y="101687"/>
                  <a:pt x="2219958" y="227124"/>
                </a:cubicBezTo>
                <a:lnTo>
                  <a:pt x="2219958" y="4516326"/>
                </a:lnTo>
                <a:cubicBezTo>
                  <a:pt x="2219958" y="4641763"/>
                  <a:pt x="2118271" y="4743450"/>
                  <a:pt x="1992834" y="4743450"/>
                </a:cubicBezTo>
                <a:lnTo>
                  <a:pt x="227124" y="4743450"/>
                </a:lnTo>
                <a:cubicBezTo>
                  <a:pt x="101687" y="4743450"/>
                  <a:pt x="0" y="4641763"/>
                  <a:pt x="0" y="4516326"/>
                </a:cubicBezTo>
                <a:lnTo>
                  <a:pt x="0" y="227124"/>
                </a:lnTo>
                <a:cubicBezTo>
                  <a:pt x="0" y="101687"/>
                  <a:pt x="101687" y="0"/>
                  <a:pt x="22712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805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3D7F8DF-3CDA-EA4E-A09E-4F67FF8CD3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67722" y="2530733"/>
            <a:ext cx="1398164" cy="2987498"/>
          </a:xfrm>
          <a:custGeom>
            <a:avLst/>
            <a:gdLst>
              <a:gd name="connsiteX0" fmla="*/ 143046 w 1398164"/>
              <a:gd name="connsiteY0" fmla="*/ 0 h 2987498"/>
              <a:gd name="connsiteX1" fmla="*/ 1255118 w 1398164"/>
              <a:gd name="connsiteY1" fmla="*/ 0 h 2987498"/>
              <a:gd name="connsiteX2" fmla="*/ 1398164 w 1398164"/>
              <a:gd name="connsiteY2" fmla="*/ 143046 h 2987498"/>
              <a:gd name="connsiteX3" fmla="*/ 1398164 w 1398164"/>
              <a:gd name="connsiteY3" fmla="*/ 2844452 h 2987498"/>
              <a:gd name="connsiteX4" fmla="*/ 1255118 w 1398164"/>
              <a:gd name="connsiteY4" fmla="*/ 2987498 h 2987498"/>
              <a:gd name="connsiteX5" fmla="*/ 143046 w 1398164"/>
              <a:gd name="connsiteY5" fmla="*/ 2987498 h 2987498"/>
              <a:gd name="connsiteX6" fmla="*/ 0 w 1398164"/>
              <a:gd name="connsiteY6" fmla="*/ 2844452 h 2987498"/>
              <a:gd name="connsiteX7" fmla="*/ 0 w 1398164"/>
              <a:gd name="connsiteY7" fmla="*/ 143046 h 2987498"/>
              <a:gd name="connsiteX8" fmla="*/ 143046 w 1398164"/>
              <a:gd name="connsiteY8" fmla="*/ 0 h 298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164" h="2987498">
                <a:moveTo>
                  <a:pt x="143046" y="0"/>
                </a:moveTo>
                <a:lnTo>
                  <a:pt x="1255118" y="0"/>
                </a:lnTo>
                <a:cubicBezTo>
                  <a:pt x="1334120" y="0"/>
                  <a:pt x="1398164" y="64044"/>
                  <a:pt x="1398164" y="143046"/>
                </a:cubicBezTo>
                <a:lnTo>
                  <a:pt x="1398164" y="2844452"/>
                </a:lnTo>
                <a:cubicBezTo>
                  <a:pt x="1398164" y="2923454"/>
                  <a:pt x="1334120" y="2987498"/>
                  <a:pt x="1255118" y="2987498"/>
                </a:cubicBezTo>
                <a:lnTo>
                  <a:pt x="143046" y="2987498"/>
                </a:lnTo>
                <a:cubicBezTo>
                  <a:pt x="64044" y="2987498"/>
                  <a:pt x="0" y="2923454"/>
                  <a:pt x="0" y="2844452"/>
                </a:cubicBezTo>
                <a:lnTo>
                  <a:pt x="0" y="143046"/>
                </a:lnTo>
                <a:cubicBezTo>
                  <a:pt x="0" y="64044"/>
                  <a:pt x="64044" y="0"/>
                  <a:pt x="14304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2022485-0EAF-0743-95CD-90DAC13402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03745" y="2530733"/>
            <a:ext cx="1398164" cy="2987498"/>
          </a:xfrm>
          <a:custGeom>
            <a:avLst/>
            <a:gdLst>
              <a:gd name="connsiteX0" fmla="*/ 143046 w 1398164"/>
              <a:gd name="connsiteY0" fmla="*/ 0 h 2987498"/>
              <a:gd name="connsiteX1" fmla="*/ 1255118 w 1398164"/>
              <a:gd name="connsiteY1" fmla="*/ 0 h 2987498"/>
              <a:gd name="connsiteX2" fmla="*/ 1398164 w 1398164"/>
              <a:gd name="connsiteY2" fmla="*/ 143046 h 2987498"/>
              <a:gd name="connsiteX3" fmla="*/ 1398164 w 1398164"/>
              <a:gd name="connsiteY3" fmla="*/ 2844452 h 2987498"/>
              <a:gd name="connsiteX4" fmla="*/ 1255118 w 1398164"/>
              <a:gd name="connsiteY4" fmla="*/ 2987498 h 2987498"/>
              <a:gd name="connsiteX5" fmla="*/ 143046 w 1398164"/>
              <a:gd name="connsiteY5" fmla="*/ 2987498 h 2987498"/>
              <a:gd name="connsiteX6" fmla="*/ 0 w 1398164"/>
              <a:gd name="connsiteY6" fmla="*/ 2844452 h 2987498"/>
              <a:gd name="connsiteX7" fmla="*/ 0 w 1398164"/>
              <a:gd name="connsiteY7" fmla="*/ 143046 h 2987498"/>
              <a:gd name="connsiteX8" fmla="*/ 143046 w 1398164"/>
              <a:gd name="connsiteY8" fmla="*/ 0 h 298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164" h="2987498">
                <a:moveTo>
                  <a:pt x="143046" y="0"/>
                </a:moveTo>
                <a:lnTo>
                  <a:pt x="1255118" y="0"/>
                </a:lnTo>
                <a:cubicBezTo>
                  <a:pt x="1334120" y="0"/>
                  <a:pt x="1398164" y="64044"/>
                  <a:pt x="1398164" y="143046"/>
                </a:cubicBezTo>
                <a:lnTo>
                  <a:pt x="1398164" y="2844452"/>
                </a:lnTo>
                <a:cubicBezTo>
                  <a:pt x="1398164" y="2923454"/>
                  <a:pt x="1334120" y="2987498"/>
                  <a:pt x="1255118" y="2987498"/>
                </a:cubicBezTo>
                <a:lnTo>
                  <a:pt x="143046" y="2987498"/>
                </a:lnTo>
                <a:cubicBezTo>
                  <a:pt x="64044" y="2987498"/>
                  <a:pt x="0" y="2923454"/>
                  <a:pt x="0" y="2844452"/>
                </a:cubicBezTo>
                <a:lnTo>
                  <a:pt x="0" y="143046"/>
                </a:lnTo>
                <a:cubicBezTo>
                  <a:pt x="0" y="64044"/>
                  <a:pt x="64044" y="0"/>
                  <a:pt x="14304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3A1C4BE-0DC3-DE4C-AFEF-8E2C824B8A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83447" y="2333558"/>
            <a:ext cx="1582722" cy="3381848"/>
          </a:xfrm>
          <a:custGeom>
            <a:avLst/>
            <a:gdLst>
              <a:gd name="connsiteX0" fmla="*/ 161929 w 1582722"/>
              <a:gd name="connsiteY0" fmla="*/ 0 h 3381848"/>
              <a:gd name="connsiteX1" fmla="*/ 1420794 w 1582722"/>
              <a:gd name="connsiteY1" fmla="*/ 0 h 3381848"/>
              <a:gd name="connsiteX2" fmla="*/ 1582722 w 1582722"/>
              <a:gd name="connsiteY2" fmla="*/ 161928 h 3381848"/>
              <a:gd name="connsiteX3" fmla="*/ 1582722 w 1582722"/>
              <a:gd name="connsiteY3" fmla="*/ 3219920 h 3381848"/>
              <a:gd name="connsiteX4" fmla="*/ 1420794 w 1582722"/>
              <a:gd name="connsiteY4" fmla="*/ 3381848 h 3381848"/>
              <a:gd name="connsiteX5" fmla="*/ 161929 w 1582722"/>
              <a:gd name="connsiteY5" fmla="*/ 3381848 h 3381848"/>
              <a:gd name="connsiteX6" fmla="*/ 0 w 1582722"/>
              <a:gd name="connsiteY6" fmla="*/ 3219920 h 3381848"/>
              <a:gd name="connsiteX7" fmla="*/ 0 w 1582722"/>
              <a:gd name="connsiteY7" fmla="*/ 161928 h 3381848"/>
              <a:gd name="connsiteX8" fmla="*/ 161929 w 1582722"/>
              <a:gd name="connsiteY8" fmla="*/ 0 h 3381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2722" h="3381848">
                <a:moveTo>
                  <a:pt x="161929" y="0"/>
                </a:moveTo>
                <a:lnTo>
                  <a:pt x="1420794" y="0"/>
                </a:lnTo>
                <a:cubicBezTo>
                  <a:pt x="1510224" y="0"/>
                  <a:pt x="1582722" y="72498"/>
                  <a:pt x="1582722" y="161928"/>
                </a:cubicBezTo>
                <a:lnTo>
                  <a:pt x="1582722" y="3219920"/>
                </a:lnTo>
                <a:cubicBezTo>
                  <a:pt x="1582722" y="3309350"/>
                  <a:pt x="1510224" y="3381848"/>
                  <a:pt x="1420794" y="3381848"/>
                </a:cubicBezTo>
                <a:lnTo>
                  <a:pt x="161929" y="3381848"/>
                </a:lnTo>
                <a:cubicBezTo>
                  <a:pt x="72498" y="3381848"/>
                  <a:pt x="0" y="3309350"/>
                  <a:pt x="0" y="3219920"/>
                </a:cubicBezTo>
                <a:lnTo>
                  <a:pt x="0" y="161928"/>
                </a:lnTo>
                <a:cubicBezTo>
                  <a:pt x="0" y="72498"/>
                  <a:pt x="72498" y="0"/>
                  <a:pt x="16192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7FF3410-819F-F840-9748-F43CB1070A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03463" y="2333558"/>
            <a:ext cx="1582722" cy="3381848"/>
          </a:xfrm>
          <a:custGeom>
            <a:avLst/>
            <a:gdLst>
              <a:gd name="connsiteX0" fmla="*/ 161929 w 1582722"/>
              <a:gd name="connsiteY0" fmla="*/ 0 h 3381848"/>
              <a:gd name="connsiteX1" fmla="*/ 1420794 w 1582722"/>
              <a:gd name="connsiteY1" fmla="*/ 0 h 3381848"/>
              <a:gd name="connsiteX2" fmla="*/ 1582722 w 1582722"/>
              <a:gd name="connsiteY2" fmla="*/ 161928 h 3381848"/>
              <a:gd name="connsiteX3" fmla="*/ 1582722 w 1582722"/>
              <a:gd name="connsiteY3" fmla="*/ 3219920 h 3381848"/>
              <a:gd name="connsiteX4" fmla="*/ 1420794 w 1582722"/>
              <a:gd name="connsiteY4" fmla="*/ 3381848 h 3381848"/>
              <a:gd name="connsiteX5" fmla="*/ 161929 w 1582722"/>
              <a:gd name="connsiteY5" fmla="*/ 3381848 h 3381848"/>
              <a:gd name="connsiteX6" fmla="*/ 0 w 1582722"/>
              <a:gd name="connsiteY6" fmla="*/ 3219920 h 3381848"/>
              <a:gd name="connsiteX7" fmla="*/ 0 w 1582722"/>
              <a:gd name="connsiteY7" fmla="*/ 161928 h 3381848"/>
              <a:gd name="connsiteX8" fmla="*/ 161929 w 1582722"/>
              <a:gd name="connsiteY8" fmla="*/ 0 h 3381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2722" h="3381848">
                <a:moveTo>
                  <a:pt x="161929" y="0"/>
                </a:moveTo>
                <a:lnTo>
                  <a:pt x="1420794" y="0"/>
                </a:lnTo>
                <a:cubicBezTo>
                  <a:pt x="1510224" y="0"/>
                  <a:pt x="1582722" y="72498"/>
                  <a:pt x="1582722" y="161928"/>
                </a:cubicBezTo>
                <a:lnTo>
                  <a:pt x="1582722" y="3219920"/>
                </a:lnTo>
                <a:cubicBezTo>
                  <a:pt x="1582722" y="3309350"/>
                  <a:pt x="1510224" y="3381848"/>
                  <a:pt x="1420794" y="3381848"/>
                </a:cubicBezTo>
                <a:lnTo>
                  <a:pt x="161929" y="3381848"/>
                </a:lnTo>
                <a:cubicBezTo>
                  <a:pt x="72498" y="3381848"/>
                  <a:pt x="0" y="3309350"/>
                  <a:pt x="0" y="3219920"/>
                </a:cubicBezTo>
                <a:lnTo>
                  <a:pt x="0" y="161928"/>
                </a:lnTo>
                <a:cubicBezTo>
                  <a:pt x="0" y="72498"/>
                  <a:pt x="72498" y="0"/>
                  <a:pt x="16192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2CA3232-82FF-D946-AA6E-BA07254270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15291" y="2142645"/>
            <a:ext cx="1761418" cy="3763674"/>
          </a:xfrm>
          <a:custGeom>
            <a:avLst/>
            <a:gdLst>
              <a:gd name="connsiteX0" fmla="*/ 180211 w 1761418"/>
              <a:gd name="connsiteY0" fmla="*/ 0 h 3763674"/>
              <a:gd name="connsiteX1" fmla="*/ 1581207 w 1761418"/>
              <a:gd name="connsiteY1" fmla="*/ 0 h 3763674"/>
              <a:gd name="connsiteX2" fmla="*/ 1761418 w 1761418"/>
              <a:gd name="connsiteY2" fmla="*/ 180211 h 3763674"/>
              <a:gd name="connsiteX3" fmla="*/ 1761418 w 1761418"/>
              <a:gd name="connsiteY3" fmla="*/ 3583463 h 3763674"/>
              <a:gd name="connsiteX4" fmla="*/ 1581207 w 1761418"/>
              <a:gd name="connsiteY4" fmla="*/ 3763674 h 3763674"/>
              <a:gd name="connsiteX5" fmla="*/ 180211 w 1761418"/>
              <a:gd name="connsiteY5" fmla="*/ 3763674 h 3763674"/>
              <a:gd name="connsiteX6" fmla="*/ 0 w 1761418"/>
              <a:gd name="connsiteY6" fmla="*/ 3583463 h 3763674"/>
              <a:gd name="connsiteX7" fmla="*/ 0 w 1761418"/>
              <a:gd name="connsiteY7" fmla="*/ 180211 h 3763674"/>
              <a:gd name="connsiteX8" fmla="*/ 180211 w 1761418"/>
              <a:gd name="connsiteY8" fmla="*/ 0 h 3763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61418" h="3763674">
                <a:moveTo>
                  <a:pt x="180211" y="0"/>
                </a:moveTo>
                <a:lnTo>
                  <a:pt x="1581207" y="0"/>
                </a:lnTo>
                <a:cubicBezTo>
                  <a:pt x="1680735" y="0"/>
                  <a:pt x="1761418" y="80683"/>
                  <a:pt x="1761418" y="180211"/>
                </a:cubicBezTo>
                <a:lnTo>
                  <a:pt x="1761418" y="3583463"/>
                </a:lnTo>
                <a:cubicBezTo>
                  <a:pt x="1761418" y="3682991"/>
                  <a:pt x="1680735" y="3763674"/>
                  <a:pt x="1581207" y="3763674"/>
                </a:cubicBezTo>
                <a:lnTo>
                  <a:pt x="180211" y="3763674"/>
                </a:lnTo>
                <a:cubicBezTo>
                  <a:pt x="80683" y="3763674"/>
                  <a:pt x="0" y="3682991"/>
                  <a:pt x="0" y="3583463"/>
                </a:cubicBezTo>
                <a:lnTo>
                  <a:pt x="0" y="180211"/>
                </a:lnTo>
                <a:cubicBezTo>
                  <a:pt x="0" y="80683"/>
                  <a:pt x="80683" y="0"/>
                  <a:pt x="18021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97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FBB5CE-527E-6744-8BF5-FC4333E7FC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563398"/>
            <a:ext cx="12192000" cy="3294602"/>
          </a:xfrm>
          <a:custGeom>
            <a:avLst/>
            <a:gdLst>
              <a:gd name="connsiteX0" fmla="*/ 0 w 12192000"/>
              <a:gd name="connsiteY0" fmla="*/ 0 h 3294602"/>
              <a:gd name="connsiteX1" fmla="*/ 12192000 w 12192000"/>
              <a:gd name="connsiteY1" fmla="*/ 0 h 3294602"/>
              <a:gd name="connsiteX2" fmla="*/ 12192000 w 12192000"/>
              <a:gd name="connsiteY2" fmla="*/ 3294602 h 3294602"/>
              <a:gd name="connsiteX3" fmla="*/ 0 w 12192000"/>
              <a:gd name="connsiteY3" fmla="*/ 3294602 h 329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94602">
                <a:moveTo>
                  <a:pt x="0" y="0"/>
                </a:moveTo>
                <a:lnTo>
                  <a:pt x="12192000" y="0"/>
                </a:lnTo>
                <a:lnTo>
                  <a:pt x="12192000" y="3294602"/>
                </a:lnTo>
                <a:lnTo>
                  <a:pt x="0" y="329460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679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FBB5CE-527E-6744-8BF5-FC4333E7FC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599746"/>
          </a:xfrm>
          <a:custGeom>
            <a:avLst/>
            <a:gdLst>
              <a:gd name="connsiteX0" fmla="*/ 0 w 12192000"/>
              <a:gd name="connsiteY0" fmla="*/ 0 h 3294602"/>
              <a:gd name="connsiteX1" fmla="*/ 12192000 w 12192000"/>
              <a:gd name="connsiteY1" fmla="*/ 0 h 3294602"/>
              <a:gd name="connsiteX2" fmla="*/ 12192000 w 12192000"/>
              <a:gd name="connsiteY2" fmla="*/ 3294602 h 3294602"/>
              <a:gd name="connsiteX3" fmla="*/ 0 w 12192000"/>
              <a:gd name="connsiteY3" fmla="*/ 3294602 h 329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94602">
                <a:moveTo>
                  <a:pt x="0" y="0"/>
                </a:moveTo>
                <a:lnTo>
                  <a:pt x="12192000" y="0"/>
                </a:lnTo>
                <a:lnTo>
                  <a:pt x="12192000" y="3294602"/>
                </a:lnTo>
                <a:lnTo>
                  <a:pt x="0" y="329460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4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C3C20-3EE6-BC42-BA5A-210B9E30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CF807-878D-BA4F-AEC6-598BD5B78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E7162-49E7-EE4C-B21C-91E7ECDE5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625C4-4828-2045-91EA-D420555D5F1F}" type="datetimeFigureOut">
              <a:t>01/03/2026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BF40-7FB9-2F43-B954-25C5E6B6E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DADE8-7561-0042-8B49-15BA68058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62F1C-97F2-BA44-A4ED-8842C0E00235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1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DE70594-662C-4473-B1BE-CEE828227F28}"/>
              </a:ext>
            </a:extLst>
          </p:cNvPr>
          <p:cNvSpPr/>
          <p:nvPr/>
        </p:nvSpPr>
        <p:spPr>
          <a:xfrm>
            <a:off x="1" y="0"/>
            <a:ext cx="12191998" cy="6858000"/>
          </a:xfrm>
          <a:prstGeom prst="rect">
            <a:avLst/>
          </a:pr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13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F8F83C28-3719-B437-F998-F4EEA054C1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50000" t="7871" r="2083" b="7871"/>
          <a:stretch>
            <a:fillRect/>
          </a:stretch>
        </p:blipFill>
        <p:spPr>
          <a:xfrm>
            <a:off x="6349999" y="0"/>
            <a:ext cx="5842000" cy="6849033"/>
          </a:xfr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5D811475-31AF-4A33-9621-2CE0B0B70AF7}"/>
              </a:ext>
            </a:extLst>
          </p:cNvPr>
          <p:cNvSpPr/>
          <p:nvPr/>
        </p:nvSpPr>
        <p:spPr>
          <a:xfrm>
            <a:off x="254967" y="3739367"/>
            <a:ext cx="57333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Especialista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em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Regulação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de Serviços</a:t>
            </a:r>
          </a:p>
          <a:p>
            <a:pPr algn="r"/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de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Transportes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Aquaviários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EA8EFB-C403-F047-B962-2091D1EFEE93}"/>
              </a:ext>
            </a:extLst>
          </p:cNvPr>
          <p:cNvSpPr/>
          <p:nvPr/>
        </p:nvSpPr>
        <p:spPr>
          <a:xfrm>
            <a:off x="1501774" y="4340751"/>
            <a:ext cx="44865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400" b="1" dirty="0">
                <a:solidFill>
                  <a:schemeClr val="bg1">
                    <a:alpha val="42000"/>
                  </a:schemeClr>
                </a:solidFill>
                <a:latin typeface="Poppins" pitchFamily="2" charset="77"/>
                <a:cs typeface="Poppins" pitchFamily="2" charset="77"/>
              </a:rPr>
              <a:t>2026</a:t>
            </a:r>
            <a:endParaRPr lang="en-US" sz="6000" b="1" dirty="0">
              <a:solidFill>
                <a:schemeClr val="bg1">
                  <a:alpha val="42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0" name="Imagem 9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7D41E351-A38D-4DDC-DDAD-FABEAEEC6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38" y="1472479"/>
            <a:ext cx="5733324" cy="18585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969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FF3CCF4-09F5-406F-98F9-9759F879C87C}"/>
              </a:ext>
            </a:extLst>
          </p:cNvPr>
          <p:cNvSpPr/>
          <p:nvPr/>
        </p:nvSpPr>
        <p:spPr>
          <a:xfrm>
            <a:off x="4606723" y="0"/>
            <a:ext cx="7585275" cy="6858000"/>
          </a:xfrm>
          <a:prstGeom prst="rect">
            <a:avLst/>
          </a:pr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A9AD7D-2282-48EA-9AF5-21DCC7295176}"/>
              </a:ext>
            </a:extLst>
          </p:cNvPr>
          <p:cNvSpPr/>
          <p:nvPr/>
        </p:nvSpPr>
        <p:spPr>
          <a:xfrm>
            <a:off x="5596128" y="3178986"/>
            <a:ext cx="62270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CONTABILIDADE REGULATÓRIA</a:t>
            </a:r>
          </a:p>
        </p:txBody>
      </p: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EA86E31A-2A06-043F-C7CF-CB75B4945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753" y="250955"/>
            <a:ext cx="1156841" cy="375009"/>
          </a:xfrm>
          <a:prstGeom prst="rect">
            <a:avLst/>
          </a:prstGeom>
        </p:spPr>
      </p:pic>
      <p:pic>
        <p:nvPicPr>
          <p:cNvPr id="18" name="Imagem 17" descr="Guindaste ao lado de barco na água&#10;&#10;O conteúdo gerado por IA pode estar incorreto.">
            <a:extLst>
              <a:ext uri="{FF2B5EF4-FFF2-40B4-BE49-F238E27FC236}">
                <a16:creationId xmlns:a16="http://schemas.microsoft.com/office/drawing/2014/main" id="{64DAA7B1-51DA-D547-0AF9-155ABF18B3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65" r="38798" b="10150"/>
          <a:stretch>
            <a:fillRect/>
          </a:stretch>
        </p:blipFill>
        <p:spPr>
          <a:xfrm>
            <a:off x="0" y="0"/>
            <a:ext cx="4606722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9048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1">
            <a:extLst>
              <a:ext uri="{FF2B5EF4-FFF2-40B4-BE49-F238E27FC236}">
                <a16:creationId xmlns:a16="http://schemas.microsoft.com/office/drawing/2014/main" id="{4B02309C-05BB-334A-7587-1AC1C07A6AB8}"/>
              </a:ext>
            </a:extLst>
          </p:cNvPr>
          <p:cNvSpPr/>
          <p:nvPr/>
        </p:nvSpPr>
        <p:spPr>
          <a:xfrm rot="7806294" flipH="1">
            <a:off x="-100023" y="5083537"/>
            <a:ext cx="1411038" cy="2863782"/>
          </a:xfrm>
          <a:custGeom>
            <a:avLst/>
            <a:gdLst>
              <a:gd name="connsiteX0" fmla="*/ 1411038 w 1411038"/>
              <a:gd name="connsiteY0" fmla="*/ 2863782 h 2863782"/>
              <a:gd name="connsiteX1" fmla="*/ 1411038 w 1411038"/>
              <a:gd name="connsiteY1" fmla="*/ 0 h 2863782"/>
              <a:gd name="connsiteX2" fmla="*/ 0 w 1411038"/>
              <a:gd name="connsiteY2" fmla="*/ 1675371 h 28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1038" h="2863782">
                <a:moveTo>
                  <a:pt x="1411038" y="2863782"/>
                </a:moveTo>
                <a:lnTo>
                  <a:pt x="1411038" y="0"/>
                </a:lnTo>
                <a:lnTo>
                  <a:pt x="0" y="1675371"/>
                </a:lnTo>
                <a:close/>
              </a:path>
            </a:pathLst>
          </a:cu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8659307C-E655-3F43-A6DE-A671F4157978}"/>
              </a:ext>
            </a:extLst>
          </p:cNvPr>
          <p:cNvSpPr/>
          <p:nvPr/>
        </p:nvSpPr>
        <p:spPr>
          <a:xfrm rot="12674045" flipH="1">
            <a:off x="1710388" y="-1305406"/>
            <a:ext cx="3911832" cy="4018012"/>
          </a:xfrm>
          <a:custGeom>
            <a:avLst/>
            <a:gdLst>
              <a:gd name="connsiteX0" fmla="*/ 0 w 3911832"/>
              <a:gd name="connsiteY0" fmla="*/ 1645740 h 4018012"/>
              <a:gd name="connsiteX1" fmla="*/ 3911832 w 3911832"/>
              <a:gd name="connsiteY1" fmla="*/ 4018012 h 4018012"/>
              <a:gd name="connsiteX2" fmla="*/ 3911832 w 3911832"/>
              <a:gd name="connsiteY2" fmla="*/ 332628 h 4018012"/>
              <a:gd name="connsiteX3" fmla="*/ 3363335 w 3911832"/>
              <a:gd name="connsiteY3" fmla="*/ 0 h 4018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1832" h="4018012">
                <a:moveTo>
                  <a:pt x="0" y="1645740"/>
                </a:moveTo>
                <a:lnTo>
                  <a:pt x="3911832" y="4018012"/>
                </a:lnTo>
                <a:lnTo>
                  <a:pt x="3911832" y="332628"/>
                </a:lnTo>
                <a:lnTo>
                  <a:pt x="3363335" y="0"/>
                </a:lnTo>
                <a:close/>
              </a:path>
            </a:pathLst>
          </a:custGeom>
          <a:solidFill>
            <a:schemeClr val="bg1">
              <a:lumMod val="9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B454B81-187D-D843-93D1-98F546EE9AD3}"/>
              </a:ext>
            </a:extLst>
          </p:cNvPr>
          <p:cNvSpPr/>
          <p:nvPr/>
        </p:nvSpPr>
        <p:spPr>
          <a:xfrm rot="17258545" flipH="1">
            <a:off x="10299354" y="5064954"/>
            <a:ext cx="2474839" cy="1814534"/>
          </a:xfrm>
          <a:custGeom>
            <a:avLst/>
            <a:gdLst>
              <a:gd name="connsiteX0" fmla="*/ 0 w 2474839"/>
              <a:gd name="connsiteY0" fmla="*/ 1210984 h 1814534"/>
              <a:gd name="connsiteX1" fmla="*/ 1897756 w 2474839"/>
              <a:gd name="connsiteY1" fmla="*/ 1814534 h 1814534"/>
              <a:gd name="connsiteX2" fmla="*/ 2474839 w 2474839"/>
              <a:gd name="connsiteY2" fmla="*/ 0 h 18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4839" h="1814534">
                <a:moveTo>
                  <a:pt x="0" y="1210984"/>
                </a:moveTo>
                <a:lnTo>
                  <a:pt x="1897756" y="1814534"/>
                </a:lnTo>
                <a:lnTo>
                  <a:pt x="2474839" y="0"/>
                </a:lnTo>
                <a:close/>
              </a:path>
            </a:pathLst>
          </a:cu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165A78-9A68-6242-8E20-67F08ADD7AE9}"/>
              </a:ext>
            </a:extLst>
          </p:cNvPr>
          <p:cNvGrpSpPr/>
          <p:nvPr/>
        </p:nvGrpSpPr>
        <p:grpSpPr>
          <a:xfrm>
            <a:off x="5101450" y="642589"/>
            <a:ext cx="6435323" cy="4093984"/>
            <a:chOff x="4516113" y="758902"/>
            <a:chExt cx="6435323" cy="40939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AD3538-66EC-44BD-9F13-E8E3DA353DD0}"/>
                </a:ext>
              </a:extLst>
            </p:cNvPr>
            <p:cNvSpPr/>
            <p:nvPr/>
          </p:nvSpPr>
          <p:spPr>
            <a:xfrm>
              <a:off x="4516113" y="758902"/>
              <a:ext cx="643532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600" b="1" dirty="0" err="1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rPr>
                <a:t>Contabilidade</a:t>
              </a:r>
              <a:r>
                <a: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rPr>
                <a:t> </a:t>
              </a:r>
              <a:r>
                <a:rPr lang="en-US" sz="3600" b="1" dirty="0" err="1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rPr>
                <a:t>Regulatória</a:t>
              </a:r>
              <a:endParaRPr lang="en-US" sz="3600" b="1" dirty="0">
                <a:solidFill>
                  <a:srgbClr val="203864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92CDF48-3ACC-874C-9212-1C5B11D088BB}"/>
                </a:ext>
              </a:extLst>
            </p:cNvPr>
            <p:cNvSpPr/>
            <p:nvPr/>
          </p:nvSpPr>
          <p:spPr>
            <a:xfrm>
              <a:off x="5001647" y="2047823"/>
              <a:ext cx="5948189" cy="28050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r>
                <a:rPr lang="pt-BR" sz="2400" dirty="0"/>
                <a:t>A contabilidade regulatória da ANTAQ é um sistema padronizado de informações contábeis criado para fortalecer a fiscalização econômico-financeira e a regulação eficiente do setor portuário.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9EFA775-EC30-4F4C-9D4F-1B846ECF8BD6}"/>
                </a:ext>
              </a:extLst>
            </p:cNvPr>
            <p:cNvCxnSpPr>
              <a:cxnSpLocks/>
            </p:cNvCxnSpPr>
            <p:nvPr/>
          </p:nvCxnSpPr>
          <p:spPr>
            <a:xfrm>
              <a:off x="4668520" y="1405233"/>
              <a:ext cx="1536700" cy="0"/>
            </a:xfrm>
            <a:prstGeom prst="line">
              <a:avLst/>
            </a:prstGeom>
            <a:ln w="50800">
              <a:solidFill>
                <a:srgbClr val="0744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52F15C-C2BD-924E-A3B4-7F14D8275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7720" y="1166000"/>
              <a:ext cx="962780" cy="1"/>
            </a:xfrm>
            <a:prstGeom prst="line">
              <a:avLst/>
            </a:prstGeom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Espaço Reservado para Imagem 13" descr="Uma imagem contendo água, navio, colorido, barco&#10;&#10;O conteúdo gerado por IA pode estar incorreto.">
            <a:extLst>
              <a:ext uri="{FF2B5EF4-FFF2-40B4-BE49-F238E27FC236}">
                <a16:creationId xmlns:a16="http://schemas.microsoft.com/office/drawing/2014/main" id="{26D34DCD-7E07-1259-0E20-1A6EDAC2FFE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22060" r="22060"/>
          <a:stretch>
            <a:fillRect/>
          </a:stretch>
        </p:blipFill>
        <p:spPr/>
      </p:pic>
      <p:sp>
        <p:nvSpPr>
          <p:cNvPr id="22" name="Freeform 21">
            <a:extLst>
              <a:ext uri="{FF2B5EF4-FFF2-40B4-BE49-F238E27FC236}">
                <a16:creationId xmlns:a16="http://schemas.microsoft.com/office/drawing/2014/main" id="{E5C85B58-6FFC-CE40-ABB8-785121005475}"/>
              </a:ext>
            </a:extLst>
          </p:cNvPr>
          <p:cNvSpPr/>
          <p:nvPr/>
        </p:nvSpPr>
        <p:spPr>
          <a:xfrm rot="7806294" flipH="1">
            <a:off x="-100025" y="5077043"/>
            <a:ext cx="1411038" cy="2863782"/>
          </a:xfrm>
          <a:custGeom>
            <a:avLst/>
            <a:gdLst>
              <a:gd name="connsiteX0" fmla="*/ 1411038 w 1411038"/>
              <a:gd name="connsiteY0" fmla="*/ 2863782 h 2863782"/>
              <a:gd name="connsiteX1" fmla="*/ 1411038 w 1411038"/>
              <a:gd name="connsiteY1" fmla="*/ 0 h 2863782"/>
              <a:gd name="connsiteX2" fmla="*/ 0 w 1411038"/>
              <a:gd name="connsiteY2" fmla="*/ 1675371 h 28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1038" h="2863782">
                <a:moveTo>
                  <a:pt x="1411038" y="2863782"/>
                </a:moveTo>
                <a:lnTo>
                  <a:pt x="1411038" y="0"/>
                </a:lnTo>
                <a:lnTo>
                  <a:pt x="0" y="1675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6F389A7-B3C7-104D-83B6-335910878E78}"/>
              </a:ext>
            </a:extLst>
          </p:cNvPr>
          <p:cNvSpPr/>
          <p:nvPr/>
        </p:nvSpPr>
        <p:spPr>
          <a:xfrm rot="7806294" flipH="1">
            <a:off x="851193" y="4628538"/>
            <a:ext cx="253973" cy="2863780"/>
          </a:xfrm>
          <a:custGeom>
            <a:avLst/>
            <a:gdLst>
              <a:gd name="connsiteX0" fmla="*/ 253973 w 253973"/>
              <a:gd name="connsiteY0" fmla="*/ 2863780 h 2863780"/>
              <a:gd name="connsiteX1" fmla="*/ 253973 w 253973"/>
              <a:gd name="connsiteY1" fmla="*/ 0 h 2863780"/>
              <a:gd name="connsiteX2" fmla="*/ 0 w 253973"/>
              <a:gd name="connsiteY2" fmla="*/ 301550 h 2863780"/>
              <a:gd name="connsiteX3" fmla="*/ 0 w 253973"/>
              <a:gd name="connsiteY3" fmla="*/ 2649878 h 2863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973" h="2863780">
                <a:moveTo>
                  <a:pt x="253973" y="2863780"/>
                </a:moveTo>
                <a:lnTo>
                  <a:pt x="253973" y="0"/>
                </a:lnTo>
                <a:lnTo>
                  <a:pt x="0" y="301550"/>
                </a:lnTo>
                <a:lnTo>
                  <a:pt x="0" y="2649878"/>
                </a:lnTo>
                <a:close/>
              </a:path>
            </a:pathLst>
          </a:cu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900"/>
          </a:p>
        </p:txBody>
      </p:sp>
      <p:sp>
        <p:nvSpPr>
          <p:cNvPr id="2" name="Freeform 34">
            <a:extLst>
              <a:ext uri="{FF2B5EF4-FFF2-40B4-BE49-F238E27FC236}">
                <a16:creationId xmlns:a16="http://schemas.microsoft.com/office/drawing/2014/main" id="{3EF93405-61DC-E828-F917-49BA6CD6CBA8}"/>
              </a:ext>
            </a:extLst>
          </p:cNvPr>
          <p:cNvSpPr/>
          <p:nvPr/>
        </p:nvSpPr>
        <p:spPr>
          <a:xfrm rot="17258545" flipH="1">
            <a:off x="10710913" y="5444988"/>
            <a:ext cx="1939292" cy="1421875"/>
          </a:xfrm>
          <a:custGeom>
            <a:avLst/>
            <a:gdLst>
              <a:gd name="connsiteX0" fmla="*/ 0 w 1939292"/>
              <a:gd name="connsiteY0" fmla="*/ 948931 h 1421875"/>
              <a:gd name="connsiteX1" fmla="*/ 1487088 w 1939292"/>
              <a:gd name="connsiteY1" fmla="*/ 1421875 h 1421875"/>
              <a:gd name="connsiteX2" fmla="*/ 1939292 w 1939292"/>
              <a:gd name="connsiteY2" fmla="*/ 0 h 142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9292" h="1421875">
                <a:moveTo>
                  <a:pt x="0" y="948931"/>
                </a:moveTo>
                <a:lnTo>
                  <a:pt x="1487088" y="1421875"/>
                </a:lnTo>
                <a:lnTo>
                  <a:pt x="193929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BC96F227-80A5-5A08-E526-3241F401B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40" y="247910"/>
            <a:ext cx="1156841" cy="37500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7A08006-EF1B-B246-DBA4-539E51874B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37753" y="250955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198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8C2A9-F1DB-8ED9-B811-D3383572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6842AF03-337F-276B-906C-243063CC735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5D7586A-F809-735D-FA90-DCC590868CDF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28E81C-92CA-930E-E14A-E27607162A76}"/>
              </a:ext>
            </a:extLst>
          </p:cNvPr>
          <p:cNvGrpSpPr/>
          <p:nvPr/>
        </p:nvGrpSpPr>
        <p:grpSpPr>
          <a:xfrm>
            <a:off x="910540" y="941095"/>
            <a:ext cx="7053579" cy="4894776"/>
            <a:chOff x="1587924" y="1412532"/>
            <a:chExt cx="7053579" cy="48947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E83EAA7-3580-AEED-2810-FC0AF1C219A4}"/>
                </a:ext>
              </a:extLst>
            </p:cNvPr>
            <p:cNvGrpSpPr/>
            <p:nvPr/>
          </p:nvGrpSpPr>
          <p:grpSpPr>
            <a:xfrm>
              <a:off x="1587926" y="1650764"/>
              <a:ext cx="7053577" cy="4656544"/>
              <a:chOff x="972156" y="1679962"/>
              <a:chExt cx="7053577" cy="465654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8461747-BA6C-3EEE-A882-6AA4A152BD5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B2A0D9D-3B75-9BC4-AD76-16CBBE4AE5BA}"/>
                  </a:ext>
                </a:extLst>
              </p:cNvPr>
              <p:cNvSpPr/>
              <p:nvPr/>
            </p:nvSpPr>
            <p:spPr>
              <a:xfrm>
                <a:off x="1086147" y="2423447"/>
                <a:ext cx="6939586" cy="39130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sz="2400" dirty="0"/>
                  <a:t>A base conceitual remete à visão de </a:t>
                </a:r>
                <a:r>
                  <a:rPr lang="pt-BR" sz="2400" b="1" dirty="0"/>
                  <a:t>Max Weber</a:t>
                </a:r>
                <a:r>
                  <a:rPr lang="pt-BR" sz="2400" dirty="0"/>
                  <a:t>, segundo a qual a separação entre patrimônio da empresa e do sócio é essencial para a organização econômica moderna. 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2400" dirty="0"/>
              </a:p>
              <a:p>
                <a:pPr algn="just">
                  <a:lnSpc>
                    <a:spcPct val="150000"/>
                  </a:lnSpc>
                </a:pPr>
                <a:r>
                  <a:rPr lang="pt-BR" sz="2400" dirty="0"/>
                  <a:t>Contabilidade racional como base do capitalismo moderno</a:t>
                </a:r>
                <a:endParaRPr lang="en-US" sz="2400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D844307-4C15-DFCE-044B-CD3BB5382E39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6A312E-F3CD-15E5-5A75-6559050A0D2A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2B426C"/>
                    </a:solidFill>
                  </a:rPr>
                  <a:t>Base Conceitual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4A7B2AE-CAF5-A849-57E7-7E094B5AD6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F3F7895D-C3C4-70BB-B68C-A8E000A585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6102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B1A0-3F7B-AB9F-91D2-DE5824796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AFB1AA98-EAA6-4591-182B-E1A204E16C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051ED12-69E6-E6D8-13BD-DAAA7EB9B8D9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D7276D-EF96-483F-AF55-AED3A0E26BED}"/>
              </a:ext>
            </a:extLst>
          </p:cNvPr>
          <p:cNvGrpSpPr/>
          <p:nvPr/>
        </p:nvGrpSpPr>
        <p:grpSpPr>
          <a:xfrm>
            <a:off x="910540" y="941095"/>
            <a:ext cx="7263891" cy="3613437"/>
            <a:chOff x="1587924" y="1412532"/>
            <a:chExt cx="7263891" cy="361343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56B7377-62C2-0C59-03B8-13CE933A8127}"/>
                </a:ext>
              </a:extLst>
            </p:cNvPr>
            <p:cNvGrpSpPr/>
            <p:nvPr/>
          </p:nvGrpSpPr>
          <p:grpSpPr>
            <a:xfrm>
              <a:off x="1587926" y="1650764"/>
              <a:ext cx="7263889" cy="3375205"/>
              <a:chOff x="972156" y="1679962"/>
              <a:chExt cx="7263889" cy="337520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58822CD-AF7A-B61A-73BE-E390B96A8899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4D761B-1AFD-7FDF-095A-F71FF2FC8BA0}"/>
                  </a:ext>
                </a:extLst>
              </p:cNvPr>
              <p:cNvSpPr/>
              <p:nvPr/>
            </p:nvSpPr>
            <p:spPr>
              <a:xfrm>
                <a:off x="1182466" y="2804102"/>
                <a:ext cx="7053579" cy="2251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alt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Necessidade de informação contábil específica;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alt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Monitoramento da saúde financeira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Apoio à eficiência e produtividade dos portos</a:t>
                </a:r>
                <a:endParaRPr lang="pt-BR" altLang="pt-B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pt-BR" sz="2400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782E31A-AE06-E52C-1D51-71C662DB8D4A}"/>
                </a:ext>
              </a:extLst>
            </p:cNvPr>
            <p:cNvGrpSpPr/>
            <p:nvPr/>
          </p:nvGrpSpPr>
          <p:grpSpPr>
            <a:xfrm>
              <a:off x="1587924" y="1412532"/>
              <a:ext cx="6543489" cy="666940"/>
              <a:chOff x="4508807" y="-1980427"/>
              <a:chExt cx="6543489" cy="6669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95FF40F-46CF-ECBD-9D25-6BAE0AD606A6}"/>
                  </a:ext>
                </a:extLst>
              </p:cNvPr>
              <p:cNvSpPr/>
              <p:nvPr/>
            </p:nvSpPr>
            <p:spPr>
              <a:xfrm>
                <a:off x="4508807" y="-1980427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Aplicação no setor portuário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8A46129-8177-EF4C-794A-999CCEF9E3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31348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05130BD3-A6A7-0031-1752-5C3236D089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316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BF8A1-AD97-4C6C-CF22-A0E9603C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818A9F-850C-E5AF-8C48-5506C1DCAE4B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6E395834-D1D3-4A0D-C1A2-8AE2C38C0B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EEEFC0E3-4E91-E445-9B75-A780C61DC1AD}"/>
              </a:ext>
            </a:extLst>
          </p:cNvPr>
          <p:cNvGrpSpPr/>
          <p:nvPr/>
        </p:nvGrpSpPr>
        <p:grpSpPr>
          <a:xfrm>
            <a:off x="736804" y="643626"/>
            <a:ext cx="6185204" cy="1307697"/>
            <a:chOff x="1427747" y="989398"/>
            <a:chExt cx="5702562" cy="1307697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01445E9C-4517-D21B-8AE0-5280BC021B34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F15087FC-E1B5-E000-5A97-5B22B85F9B78}"/>
                </a:ext>
              </a:extLst>
            </p:cNvPr>
            <p:cNvGrpSpPr/>
            <p:nvPr/>
          </p:nvGrpSpPr>
          <p:grpSpPr>
            <a:xfrm>
              <a:off x="1427747" y="989398"/>
              <a:ext cx="5702562" cy="661336"/>
              <a:chOff x="4348630" y="-2403561"/>
              <a:chExt cx="5702562" cy="661336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1702550F-F5A9-1AB7-D120-14CC2BC30A2E}"/>
                  </a:ext>
                </a:extLst>
              </p:cNvPr>
              <p:cNvSpPr/>
              <p:nvPr/>
            </p:nvSpPr>
            <p:spPr>
              <a:xfrm>
                <a:off x="4348630" y="-2403561"/>
                <a:ext cx="570256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B426C"/>
                    </a:solidFill>
                    <a:latin typeface="Poppins SemiBold" pitchFamily="2" charset="77"/>
                    <a:cs typeface="Poppins SemiBold" pitchFamily="2" charset="77"/>
                  </a:rPr>
                  <a:t>Determinações TCU</a:t>
                </a:r>
                <a:endParaRPr lang="en-US" sz="3600" b="1" dirty="0">
                  <a:solidFill>
                    <a:srgbClr val="2B426C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64A8D9D7-3B89-BA5F-DCE7-E88B006088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1107" y="-174222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BEF290C8-219E-3C62-82F3-0EC4B4356C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99EAA57-29E0-0EBB-53BE-66E6DA075F67}"/>
              </a:ext>
            </a:extLst>
          </p:cNvPr>
          <p:cNvSpPr txBox="1"/>
          <p:nvPr/>
        </p:nvSpPr>
        <p:spPr>
          <a:xfrm>
            <a:off x="736804" y="1628157"/>
            <a:ext cx="7223760" cy="485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Acórdãos 2.676/2012 e 1.972/2012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Regras para avaliação de bens reversíveis;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Controle dos investimentos dos arrendatários</a:t>
            </a:r>
            <a:r>
              <a:rPr lang="pt-BR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Acórdão 2.200/2015</a:t>
            </a:r>
          </a:p>
          <a:p>
            <a:pPr marL="342900" indent="-3429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Elaboração de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contábil próprio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Uniformização dos registros.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Acórdão 572/2016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 para acompanhar execução contratual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Monitoramento da situação econômico-financeira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59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F1E5-2075-2D78-B2B5-DA633839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084F469-B2E7-A03A-8FC6-4A7BF30F6DE8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359442E8-937E-E340-7271-A108BA138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8177B555-CDB8-8AB9-819A-8A0CA74AAAB6}"/>
              </a:ext>
            </a:extLst>
          </p:cNvPr>
          <p:cNvGrpSpPr/>
          <p:nvPr/>
        </p:nvGrpSpPr>
        <p:grpSpPr>
          <a:xfrm>
            <a:off x="910540" y="919786"/>
            <a:ext cx="6185204" cy="1031537"/>
            <a:chOff x="1587926" y="1265558"/>
            <a:chExt cx="5702562" cy="1031537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3B13206D-59C8-1084-1207-5CAB7AA1049B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D163A689-8167-081F-64FB-28DC55AFD2CC}"/>
                </a:ext>
              </a:extLst>
            </p:cNvPr>
            <p:cNvGrpSpPr/>
            <p:nvPr/>
          </p:nvGrpSpPr>
          <p:grpSpPr>
            <a:xfrm>
              <a:off x="1587926" y="1265558"/>
              <a:ext cx="5702562" cy="646331"/>
              <a:chOff x="4508809" y="-2127401"/>
              <a:chExt cx="5702562" cy="646331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79618C74-C82F-256F-0FB1-6E9677871896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570256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B426C"/>
                    </a:solidFill>
                    <a:latin typeface="Poppins SemiBold" pitchFamily="2" charset="77"/>
                    <a:cs typeface="Poppins SemiBold" pitchFamily="2" charset="77"/>
                  </a:rPr>
                  <a:t>Determinações TCU</a:t>
                </a:r>
                <a:endParaRPr lang="en-US" sz="3600" b="1" dirty="0">
                  <a:solidFill>
                    <a:srgbClr val="2B426C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D8BE3F06-DEFF-A037-0C82-61B48C5C78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15FCF8B6-BC2C-B5C1-5F55-78EA245C94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8BE1B67-E9C8-20F3-2954-513DFAEC9AE4}"/>
              </a:ext>
            </a:extLst>
          </p:cNvPr>
          <p:cNvSpPr txBox="1"/>
          <p:nvPr/>
        </p:nvSpPr>
        <p:spPr>
          <a:xfrm>
            <a:off x="826262" y="2182594"/>
            <a:ext cx="7223760" cy="2684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Acompanhar situação econômico-financeira das concessionárias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Institucionalizar tratamento de relatórios anuais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Elaborar Manual de Contabilidade do setor portuário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Controlar investimentos dos arrendatários.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9886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6D61-DEC1-5F3A-C393-3A925E09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387458-FB5C-BE70-997D-1527C0643F2F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7431C939-23CA-8D33-8468-8DA6806599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5659B250-89D8-BD3C-ACED-BAA119D43FA9}"/>
              </a:ext>
            </a:extLst>
          </p:cNvPr>
          <p:cNvGrpSpPr/>
          <p:nvPr/>
        </p:nvGrpSpPr>
        <p:grpSpPr>
          <a:xfrm>
            <a:off x="910540" y="919786"/>
            <a:ext cx="6185204" cy="1200329"/>
            <a:chOff x="1587926" y="1265558"/>
            <a:chExt cx="5702562" cy="1200329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F2F55295-B362-475A-2FB2-83399D3C019C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25C5F27D-F2A2-6A37-92E0-05688CD96545}"/>
                </a:ext>
              </a:extLst>
            </p:cNvPr>
            <p:cNvGrpSpPr/>
            <p:nvPr/>
          </p:nvGrpSpPr>
          <p:grpSpPr>
            <a:xfrm>
              <a:off x="1587926" y="1265558"/>
              <a:ext cx="5702562" cy="1200329"/>
              <a:chOff x="4508809" y="-2127401"/>
              <a:chExt cx="5702562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24157C93-C52E-3EA7-C2F0-1DD6860A4628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570256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B426C"/>
                    </a:solidFill>
                    <a:latin typeface="Poppins SemiBold" pitchFamily="2" charset="77"/>
                    <a:cs typeface="Poppins SemiBold" pitchFamily="2" charset="77"/>
                  </a:rPr>
                  <a:t>Problemas motivadores</a:t>
                </a:r>
                <a:endParaRPr lang="en-US" sz="3600" b="1" dirty="0">
                  <a:solidFill>
                    <a:srgbClr val="2B426C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E8E00950-6580-3DC9-E8D4-853FFD0568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03C5B7FE-0827-162D-8BC9-044D29BBC5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84109DF-AD59-2748-1947-FDF650099607}"/>
              </a:ext>
            </a:extLst>
          </p:cNvPr>
          <p:cNvSpPr txBox="1"/>
          <p:nvPr/>
        </p:nvSpPr>
        <p:spPr>
          <a:xfrm>
            <a:off x="826262" y="2182594"/>
            <a:ext cx="7223760" cy="299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ANTAQ identificou dificuldades relevantes: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Falta de contas contábeis específicas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Baixo nível de detalhamento das informações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Irregularidade na prestação de dados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Fragilidade nos processos tarifários.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88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71E91-0C70-110F-5654-79753382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385A61-4800-6ACE-2A48-6CF38078FDF8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0BCFBB5B-186F-53AB-5F70-2C1E53B480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4D4D103E-A480-589F-6B7B-3E1CED6D34A8}"/>
              </a:ext>
            </a:extLst>
          </p:cNvPr>
          <p:cNvGrpSpPr/>
          <p:nvPr/>
        </p:nvGrpSpPr>
        <p:grpSpPr>
          <a:xfrm>
            <a:off x="910540" y="919786"/>
            <a:ext cx="5702562" cy="1031537"/>
            <a:chOff x="1587926" y="1265558"/>
            <a:chExt cx="5702562" cy="1031537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8ED048B1-4FF8-01FF-5686-78C23B82AE8C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36061FCF-271F-8142-7C9A-258E8B4C50B3}"/>
                </a:ext>
              </a:extLst>
            </p:cNvPr>
            <p:cNvGrpSpPr/>
            <p:nvPr/>
          </p:nvGrpSpPr>
          <p:grpSpPr>
            <a:xfrm>
              <a:off x="1587926" y="1265558"/>
              <a:ext cx="5702562" cy="646331"/>
              <a:chOff x="4508809" y="-2127401"/>
              <a:chExt cx="5702562" cy="646331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695FEA15-F858-AC8C-6521-2E857FDEC712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570256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B426C"/>
                    </a:solidFill>
                  </a:rPr>
                  <a:t>Origens e Fundamentos</a:t>
                </a:r>
                <a:endParaRPr lang="en-US" sz="3600" b="1" dirty="0">
                  <a:solidFill>
                    <a:srgbClr val="2B426C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63077045-26CC-6A19-0AF1-C19A6B2FF7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AF142287-9C4D-C6C3-E3E4-836EE745E5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4161866-E950-430A-0320-91ED0E42CA59}"/>
              </a:ext>
            </a:extLst>
          </p:cNvPr>
          <p:cNvSpPr txBox="1"/>
          <p:nvPr/>
        </p:nvSpPr>
        <p:spPr>
          <a:xfrm>
            <a:off x="654387" y="1951323"/>
            <a:ext cx="7223760" cy="3920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contabilidade regulatória no setor portuário surge da necessidade de a Antaq</a:t>
            </a:r>
            <a:r>
              <a:rPr lang="pt-BR" sz="2400" dirty="0"/>
              <a:t>: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Monitorar 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situação econômico-financeira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 autoridades portuárias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Reduzir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assimetria de informações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setor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Aperfeiçoar processos tarifários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Aprimorar a fiscalização da Agência</a:t>
            </a:r>
            <a:r>
              <a:rPr lang="pt-BR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5938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F526E-5791-8F6C-2E6B-2E359172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4DBB8E-D413-2FD6-3448-63356A700A2A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FF1C815A-F75C-0C50-8D5F-B824C2EE01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9E4F7013-60E0-3D4B-1AF3-B7E5075063BB}"/>
              </a:ext>
            </a:extLst>
          </p:cNvPr>
          <p:cNvGrpSpPr/>
          <p:nvPr/>
        </p:nvGrpSpPr>
        <p:grpSpPr>
          <a:xfrm>
            <a:off x="910540" y="919786"/>
            <a:ext cx="5702562" cy="1031537"/>
            <a:chOff x="1587926" y="1265558"/>
            <a:chExt cx="5702562" cy="1031537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38B4EA37-03C3-8CB5-EE5F-CF08E76CA5C5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CF0E899C-0DAC-2629-C715-4F458402963B}"/>
                </a:ext>
              </a:extLst>
            </p:cNvPr>
            <p:cNvGrpSpPr/>
            <p:nvPr/>
          </p:nvGrpSpPr>
          <p:grpSpPr>
            <a:xfrm>
              <a:off x="1587926" y="1265558"/>
              <a:ext cx="5702562" cy="646331"/>
              <a:chOff x="4508809" y="-2127401"/>
              <a:chExt cx="5702562" cy="646331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DD81D3D6-BBD1-A2E6-7D00-7F3DFE614BA9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570256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B426C"/>
                    </a:solidFill>
                  </a:rPr>
                  <a:t>Características</a:t>
                </a:r>
                <a:endParaRPr lang="en-US" sz="3600" b="1" dirty="0">
                  <a:solidFill>
                    <a:srgbClr val="2B426C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EAD3ABC1-1107-3953-CEDC-CF91DBF3E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610484BA-C0BD-B8D5-5D67-0552E4FA4B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3F96D1B-F2C1-6A24-F5C0-C6EAE9D84B24}"/>
              </a:ext>
            </a:extLst>
          </p:cNvPr>
          <p:cNvSpPr txBox="1"/>
          <p:nvPr/>
        </p:nvSpPr>
        <p:spPr>
          <a:xfrm>
            <a:off x="851194" y="1545306"/>
            <a:ext cx="6094476" cy="299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Complementa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CPC;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Padroniza informações contábeis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Reduz assimetria de informação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Apoia decisões tarifárias e regulatórias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50000"/>
              </a:lnSpc>
            </a:pPr>
            <a:endParaRPr lang="en-US" sz="18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1022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DE80-F00B-AA5B-29E4-2D48DB062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DA599FAD-D1CE-72EF-D918-206C7D8C1A0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A057D2-5082-DAEA-0D13-34FBD973106F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D8E7F2-E8F3-CE45-2D60-580B28919083}"/>
              </a:ext>
            </a:extLst>
          </p:cNvPr>
          <p:cNvGrpSpPr/>
          <p:nvPr/>
        </p:nvGrpSpPr>
        <p:grpSpPr>
          <a:xfrm>
            <a:off x="819100" y="656726"/>
            <a:ext cx="7053579" cy="6158524"/>
            <a:chOff x="1496484" y="1128163"/>
            <a:chExt cx="7053579" cy="615852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CC753CF-CC38-C4FA-187F-99D15F2C972A}"/>
                </a:ext>
              </a:extLst>
            </p:cNvPr>
            <p:cNvGrpSpPr/>
            <p:nvPr/>
          </p:nvGrpSpPr>
          <p:grpSpPr>
            <a:xfrm>
              <a:off x="1496484" y="1650764"/>
              <a:ext cx="7053579" cy="5635923"/>
              <a:chOff x="880714" y="1679962"/>
              <a:chExt cx="7053579" cy="563592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E72E35-14CA-40F0-50AB-02807BAF34EA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65467B7-60B3-6625-C92E-29F285C6D50C}"/>
                  </a:ext>
                </a:extLst>
              </p:cNvPr>
              <p:cNvSpPr/>
              <p:nvPr/>
            </p:nvSpPr>
            <p:spPr>
              <a:xfrm>
                <a:off x="880714" y="1927422"/>
                <a:ext cx="7053579" cy="5388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</a:pPr>
                <a:r>
                  <a:rPr lang="pt-B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Lei nº 10.233/2001</a:t>
                </a:r>
              </a:p>
              <a:p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competências da Antaq, incluindo: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Revisão e reajuste tarifário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Fiscalização de contratos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Controle de bens reversíveis</a:t>
                </a:r>
              </a:p>
              <a:p>
                <a:r>
                  <a:rPr lang="pt-B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Decreto nº 4.122/2002</a:t>
                </a:r>
              </a:p>
              <a:p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Cabe à Antaq: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Poder normativo;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Fiscalização da infraestrutura portuária;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Controle patrimonial.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sz="2400" b="1" dirty="0"/>
                  <a:t>Lei nº 12.815/2013 (Lei dos Portos)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Estabelece a reversão de bens à União ao final dos contratos</a:t>
                </a:r>
                <a:r>
                  <a:rPr lang="pt-BR" sz="2400" dirty="0"/>
                  <a:t>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1BC792A-38BE-0FBB-1D64-80A87B52D6A7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78E2EBB-888F-3B20-9009-C5F3D985E50A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Base Legal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EDE1A59-1F8C-551B-3780-34D33C392D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D2B75A4A-848D-C2C3-B9CF-D871ADC80B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602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96F6-432F-AE7C-80F2-06920E42E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6FF8BE26-AB70-CC97-5138-6234322D9A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C7FCE4-55F9-E36D-D988-DD0C11DED2FC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1B1BB32-88E1-CF24-840A-24C666A595F8}"/>
              </a:ext>
            </a:extLst>
          </p:cNvPr>
          <p:cNvGrpSpPr/>
          <p:nvPr/>
        </p:nvGrpSpPr>
        <p:grpSpPr>
          <a:xfrm>
            <a:off x="819100" y="656726"/>
            <a:ext cx="7053579" cy="5475003"/>
            <a:chOff x="1496484" y="1128163"/>
            <a:chExt cx="7053579" cy="547500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7BABA3A-3DBB-4D4A-9819-ADD443BD9FD6}"/>
                </a:ext>
              </a:extLst>
            </p:cNvPr>
            <p:cNvGrpSpPr/>
            <p:nvPr/>
          </p:nvGrpSpPr>
          <p:grpSpPr>
            <a:xfrm>
              <a:off x="1496484" y="1650764"/>
              <a:ext cx="7053579" cy="4952402"/>
              <a:chOff x="880714" y="1679962"/>
              <a:chExt cx="7053579" cy="495240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E300F7B-9BF9-F8E3-5A28-D52EF6DE98F1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DB903D0-B471-7EF9-A866-80D6C80467D2}"/>
                  </a:ext>
                </a:extLst>
              </p:cNvPr>
              <p:cNvSpPr/>
              <p:nvPr/>
            </p:nvSpPr>
            <p:spPr>
              <a:xfrm>
                <a:off x="880714" y="1927422"/>
                <a:ext cx="7053579" cy="4704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</a:pPr>
                <a:endParaRPr lang="pt-BR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000"/>
                  </a:spcBef>
                </a:pPr>
                <a:r>
                  <a:rPr lang="pt-B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Aplica-se a (O campo de aplicação é o Porto Organizado): 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Autoridades Portuárias;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Arrendatários;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Concessionárias;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concessionárias e arrendatários submetem-se às mesmas regras que as conveniadas e estatais federais outorgadas pela lei para a atividade de autoridade portuária </a:t>
                </a: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2395019-3EF5-6D6B-E362-2258BBE918FD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2B6A422-B2B0-2520-F0AB-9E049BC1C029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Campo de Aplicação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36D3887-8264-F6F8-DF5E-29CDC59BFD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5A8A12A3-A0CC-F85D-31AB-FBC846B744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7510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 descr="Corpo de água&#10;&#10;O conteúdo gerado por IA pode estar incorreto.">
            <a:extLst>
              <a:ext uri="{FF2B5EF4-FFF2-40B4-BE49-F238E27FC236}">
                <a16:creationId xmlns:a16="http://schemas.microsoft.com/office/drawing/2014/main" id="{28757DE7-32C4-8B94-3A63-E134B3D948F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40FAB5-2103-431B-A0B6-874CCE94A421}"/>
              </a:ext>
            </a:extLst>
          </p:cNvPr>
          <p:cNvSpPr/>
          <p:nvPr/>
        </p:nvSpPr>
        <p:spPr>
          <a:xfrm>
            <a:off x="2" y="0"/>
            <a:ext cx="12191998" cy="6858000"/>
          </a:xfrm>
          <a:prstGeom prst="rect">
            <a:avLst/>
          </a:prstGeom>
          <a:solidFill>
            <a:srgbClr val="20386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AAD775-022E-3946-8CA3-47C92015C013}"/>
              </a:ext>
            </a:extLst>
          </p:cNvPr>
          <p:cNvGrpSpPr/>
          <p:nvPr/>
        </p:nvGrpSpPr>
        <p:grpSpPr>
          <a:xfrm>
            <a:off x="3693522" y="1395753"/>
            <a:ext cx="4804958" cy="2662422"/>
            <a:chOff x="3693521" y="2097789"/>
            <a:chExt cx="4804958" cy="266242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EEAFD80-6C2E-418A-A698-9178679DFCD9}"/>
                </a:ext>
              </a:extLst>
            </p:cNvPr>
            <p:cNvGrpSpPr/>
            <p:nvPr/>
          </p:nvGrpSpPr>
          <p:grpSpPr>
            <a:xfrm>
              <a:off x="3983082" y="2097789"/>
              <a:ext cx="4225837" cy="2318088"/>
              <a:chOff x="3983081" y="1941909"/>
              <a:chExt cx="4225837" cy="2318088"/>
            </a:xfrm>
          </p:grpSpPr>
          <p:pic>
            <p:nvPicPr>
              <p:cNvPr id="12" name="Graphic 11" descr="Coffee">
                <a:extLst>
                  <a:ext uri="{FF2B5EF4-FFF2-40B4-BE49-F238E27FC236}">
                    <a16:creationId xmlns:a16="http://schemas.microsoft.com/office/drawing/2014/main" id="{99A6771B-5440-451B-A8CC-A86E44C9E2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390553" y="1941909"/>
                <a:ext cx="1410891" cy="1410891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E3C12BE-286C-4B6D-874D-D08C501C117F}"/>
                  </a:ext>
                </a:extLst>
              </p:cNvPr>
              <p:cNvSpPr/>
              <p:nvPr/>
            </p:nvSpPr>
            <p:spPr>
              <a:xfrm>
                <a:off x="3983081" y="3429000"/>
                <a:ext cx="422583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4800" b="1" dirty="0">
                    <a:solidFill>
                      <a:schemeClr val="bg1"/>
                    </a:solidFill>
                    <a:latin typeface="Poppins" pitchFamily="2" charset="77"/>
                    <a:cs typeface="Poppins" pitchFamily="2" charset="77"/>
                  </a:rPr>
                  <a:t>Coffee Break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FBD5385-AE51-0442-AF46-C95681DABE49}"/>
                </a:ext>
              </a:extLst>
            </p:cNvPr>
            <p:cNvGrpSpPr/>
            <p:nvPr/>
          </p:nvGrpSpPr>
          <p:grpSpPr>
            <a:xfrm>
              <a:off x="3693521" y="4421657"/>
              <a:ext cx="4804958" cy="338554"/>
              <a:chOff x="3693520" y="4327124"/>
              <a:chExt cx="4804958" cy="33855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3F2C090-05EE-4717-8A35-049141D5B890}"/>
                  </a:ext>
                </a:extLst>
              </p:cNvPr>
              <p:cNvSpPr/>
              <p:nvPr/>
            </p:nvSpPr>
            <p:spPr>
              <a:xfrm>
                <a:off x="5100723" y="4327124"/>
                <a:ext cx="199055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  <a:latin typeface="Poppins SemiBold" pitchFamily="2" charset="77"/>
                    <a:cs typeface="Poppins SemiBold" pitchFamily="2" charset="77"/>
                  </a:rPr>
                  <a:t>12:30 -13:20</a:t>
                </a: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8F0FA7B-BCDE-4946-A9BD-9497FDBB955F}"/>
                  </a:ext>
                </a:extLst>
              </p:cNvPr>
              <p:cNvGrpSpPr/>
              <p:nvPr/>
            </p:nvGrpSpPr>
            <p:grpSpPr>
              <a:xfrm>
                <a:off x="3693520" y="4496401"/>
                <a:ext cx="4804958" cy="0"/>
                <a:chOff x="3603393" y="4496401"/>
                <a:chExt cx="4804958" cy="0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F4F14B4-C3D2-41F7-A05B-836AA560F141}"/>
                    </a:ext>
                  </a:extLst>
                </p:cNvPr>
                <p:cNvCxnSpPr/>
                <p:nvPr/>
              </p:nvCxnSpPr>
              <p:spPr>
                <a:xfrm>
                  <a:off x="6911021" y="4496401"/>
                  <a:ext cx="1497330" cy="0"/>
                </a:xfrm>
                <a:prstGeom prst="line">
                  <a:avLst/>
                </a:prstGeom>
                <a:ln w="50800" cmpd="sng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094F476F-FFD0-4FBA-95D4-DA343A937271}"/>
                    </a:ext>
                  </a:extLst>
                </p:cNvPr>
                <p:cNvCxnSpPr/>
                <p:nvPr/>
              </p:nvCxnSpPr>
              <p:spPr>
                <a:xfrm>
                  <a:off x="3603393" y="4496401"/>
                  <a:ext cx="1497330" cy="0"/>
                </a:xfrm>
                <a:prstGeom prst="line">
                  <a:avLst/>
                </a:prstGeom>
                <a:ln w="50800" cmpd="sng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8" name="Imagem 7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593C45A3-8B34-6C84-51BC-BC3E6AE22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32" y="250955"/>
            <a:ext cx="1156841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4721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47064-AFEA-0899-93C6-8839DFCB1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54E90989-89D4-581B-D0F3-2EF2BBA2FF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8553620-0C14-4D59-8259-8F7915D5A5CA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9B0498-1A3D-911B-0E08-942FA473392A}"/>
              </a:ext>
            </a:extLst>
          </p:cNvPr>
          <p:cNvGrpSpPr/>
          <p:nvPr/>
        </p:nvGrpSpPr>
        <p:grpSpPr>
          <a:xfrm>
            <a:off x="819100" y="656726"/>
            <a:ext cx="7118220" cy="5060421"/>
            <a:chOff x="1496484" y="1128163"/>
            <a:chExt cx="7118220" cy="506042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5939EF1-5951-0DA4-D9B5-C4D7476F2E67}"/>
                </a:ext>
              </a:extLst>
            </p:cNvPr>
            <p:cNvGrpSpPr/>
            <p:nvPr/>
          </p:nvGrpSpPr>
          <p:grpSpPr>
            <a:xfrm>
              <a:off x="1561125" y="1650764"/>
              <a:ext cx="7053579" cy="4537820"/>
              <a:chOff x="945355" y="1679962"/>
              <a:chExt cx="7053579" cy="453782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4788941-48CD-D432-A788-7DBABB5D4D31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F0EE34D-5BAB-CD9F-D41F-22F4F4E7C263}"/>
                  </a:ext>
                </a:extLst>
              </p:cNvPr>
              <p:cNvSpPr/>
              <p:nvPr/>
            </p:nvSpPr>
            <p:spPr>
              <a:xfrm>
                <a:off x="945355" y="2032021"/>
                <a:ext cx="7053579" cy="41857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</a:pPr>
                <a:endParaRPr lang="pt-BR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000"/>
                  </a:spcBef>
                </a:pPr>
                <a:r>
                  <a:rPr lang="pt-BR" sz="2400" dirty="0"/>
                  <a:t>O seu objetivo é estabelecer </a:t>
                </a:r>
                <a:r>
                  <a:rPr lang="pt-BR" sz="2400" b="1" dirty="0"/>
                  <a:t>critérios e procedimentos para o controle patrimonial de bens da União nos portos organizados</a:t>
                </a:r>
                <a:r>
                  <a:rPr lang="pt-BR" sz="2400" dirty="0"/>
                  <a:t>, incluindo: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Reversibilidade de bens;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Incorporação;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Desincorporação;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Alienação;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Inventário e controle patrimonial (</a:t>
                </a:r>
                <a:r>
                  <a:rPr lang="pt-BR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Sispat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DA4E676-38AB-B72D-8225-EE7AD633433A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1FCFE64-1E50-1D9A-F0EA-4324D60E8596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Resolução ANTAQ nº 43/2021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8CCD96E-9F59-FA0B-FA4F-32E9D6B335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8C26D725-2740-E490-CBC6-D70BA70D9F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8932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62E87-56BF-D352-0BFC-2C7299AB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D6CE4E82-F55F-AE8C-0F50-20B1CA6D90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B854B2-09C6-33B6-256C-CA972B671F39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B01B52-3300-6041-DEB1-21E55D918C20}"/>
              </a:ext>
            </a:extLst>
          </p:cNvPr>
          <p:cNvGrpSpPr/>
          <p:nvPr/>
        </p:nvGrpSpPr>
        <p:grpSpPr>
          <a:xfrm>
            <a:off x="819100" y="656726"/>
            <a:ext cx="7118220" cy="5301513"/>
            <a:chOff x="1496484" y="1128163"/>
            <a:chExt cx="7118220" cy="530151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6BB9975-A82F-8BB6-B1DE-0635D3F9197A}"/>
                </a:ext>
              </a:extLst>
            </p:cNvPr>
            <p:cNvGrpSpPr/>
            <p:nvPr/>
          </p:nvGrpSpPr>
          <p:grpSpPr>
            <a:xfrm>
              <a:off x="1561125" y="1650764"/>
              <a:ext cx="7053579" cy="4778912"/>
              <a:chOff x="945355" y="1679962"/>
              <a:chExt cx="7053579" cy="477891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5BD3C0-BB66-EF9E-F25F-D08B94580962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EF43603-E4E2-A3A4-027F-EDA6A5776499}"/>
                  </a:ext>
                </a:extLst>
              </p:cNvPr>
              <p:cNvSpPr/>
              <p:nvPr/>
            </p:nvSpPr>
            <p:spPr>
              <a:xfrm>
                <a:off x="945355" y="2032021"/>
                <a:ext cx="7053579" cy="44268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</a:pPr>
                <a:endParaRPr lang="pt-BR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1000"/>
                  </a:spcBef>
                </a:pPr>
                <a:r>
                  <a:rPr lang="pt-BR" sz="2400" dirty="0"/>
                  <a:t>O seu objetivo é estabelecer a </a:t>
                </a:r>
                <a:r>
                  <a:rPr lang="pt-BR" sz="2400" b="1" dirty="0"/>
                  <a:t>contabilidade regulatória e societária</a:t>
                </a:r>
                <a:r>
                  <a:rPr lang="pt-BR" sz="2400" dirty="0"/>
                  <a:t> das administrações portuárias e dos arrendatários nos portos organizados, por meio do: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altLang="pt-BR" sz="2400" dirty="0">
                    <a:latin typeface="Arial" panose="020B0604020202020204" pitchFamily="34" charset="0"/>
                  </a:rPr>
                  <a:t>SICRASP (Sistema de Contabilidade Regulatória do Setor Portuário)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altLang="pt-BR" sz="2400" dirty="0">
                    <a:latin typeface="Arial" panose="020B0604020202020204" pitchFamily="34" charset="0"/>
                  </a:rPr>
                  <a:t>Manual de Contas do Setor Portuário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altLang="pt-BR" sz="2400" dirty="0">
                    <a:latin typeface="Arial" panose="020B0604020202020204" pitchFamily="34" charset="0"/>
                  </a:rPr>
                  <a:t>Padronização das demonstrações contábeis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spcBef>
                    <a:spcPts val="1000"/>
                  </a:spcBef>
                </a:pPr>
                <a:endParaRPr lang="pt-B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AEF5A15-1EBF-3426-2671-8B6669126042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6E7F140-76CA-8529-80B3-0047E1B14B82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Resolução ANTAQ nº 49/2021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EBF1BDA-A873-F8E5-4ECF-59FD0B5AE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37F9739D-4539-ACEE-DC92-B18D5C2302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0713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4EE25-B5F2-93F3-F3B3-44CBA35C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9A86C484-751A-1732-52E0-B21CC92177B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6EC4211-84EB-9691-14BA-6CA29E2767FB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BBB3FA-4735-C9EE-9AB0-DB9B4C843175}"/>
              </a:ext>
            </a:extLst>
          </p:cNvPr>
          <p:cNvGrpSpPr/>
          <p:nvPr/>
        </p:nvGrpSpPr>
        <p:grpSpPr>
          <a:xfrm>
            <a:off x="819100" y="656726"/>
            <a:ext cx="7118220" cy="5917387"/>
            <a:chOff x="1496484" y="1128163"/>
            <a:chExt cx="7118220" cy="591738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F8937F3-0A24-2B9A-CE0D-8D0D4A2EF200}"/>
                </a:ext>
              </a:extLst>
            </p:cNvPr>
            <p:cNvGrpSpPr/>
            <p:nvPr/>
          </p:nvGrpSpPr>
          <p:grpSpPr>
            <a:xfrm>
              <a:off x="1561125" y="1650764"/>
              <a:ext cx="7053579" cy="5394786"/>
              <a:chOff x="945355" y="1679962"/>
              <a:chExt cx="7053579" cy="539478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C89E9BB-A071-0A35-AF4A-F02791E9B84A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484064E-2BF9-F85E-8DA4-34C6274C05BB}"/>
                  </a:ext>
                </a:extLst>
              </p:cNvPr>
              <p:cNvSpPr/>
              <p:nvPr/>
            </p:nvSpPr>
            <p:spPr>
              <a:xfrm>
                <a:off x="945355" y="2032021"/>
                <a:ext cx="7053579" cy="50427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</a:pPr>
                <a:endParaRPr lang="pt-BR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Bef>
                    <a:spcPts val="1000"/>
                  </a:spcBef>
                  <a:buFont typeface="+mj-lt"/>
                  <a:buAutoNum type="arabicPeriod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Resolução ANTAQ nº 43/2021 (Dimensão Patrimonial);</a:t>
                </a:r>
              </a:p>
              <a:p>
                <a:pPr marL="457200" indent="-457200">
                  <a:spcBef>
                    <a:spcPts val="1000"/>
                  </a:spcBef>
                  <a:buFont typeface="+mj-lt"/>
                  <a:buAutoNum type="arabicPeriod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Resolução ANTAQ nº 49/2021 (Dimensão contábil);</a:t>
                </a:r>
              </a:p>
              <a:p>
                <a:pPr marL="457200" indent="-457200">
                  <a:spcBef>
                    <a:spcPts val="1000"/>
                  </a:spcBef>
                  <a:buFont typeface="+mj-lt"/>
                  <a:buAutoNum type="arabicPeriod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Manual de Contas do Setor Portuário;</a:t>
                </a:r>
              </a:p>
              <a:p>
                <a:pPr marL="457200" indent="-457200">
                  <a:spcBef>
                    <a:spcPts val="1000"/>
                  </a:spcBef>
                  <a:buFont typeface="+mj-lt"/>
                  <a:buAutoNum type="arabicPeriod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Normas tarifárias;</a:t>
                </a:r>
              </a:p>
              <a:p>
                <a:pPr marL="457200" indent="-457200">
                  <a:spcBef>
                    <a:spcPts val="1000"/>
                  </a:spcBef>
                  <a:buFont typeface="+mj-lt"/>
                  <a:buAutoNum type="arabicPeriod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Documentos técnicos e planilhas padronizadas</a:t>
                </a:r>
              </a:p>
              <a:p>
                <a:pPr marL="457200" indent="-457200">
                  <a:spcBef>
                    <a:spcPts val="1000"/>
                  </a:spcBef>
                  <a:buFont typeface="+mj-lt"/>
                  <a:buAutoNum type="arabicPeriod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Sistemas eletrônicos - </a:t>
                </a:r>
                <a:r>
                  <a:rPr lang="pt-BR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SisPAT</a:t>
                </a: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(sistema patrimonial) e Sistema Contábil.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97A42F3-7EC6-2113-E79D-D4D0C999C30A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DF8D817-6F8A-9F80-D66A-ED7A31C00A1A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Principais Instrumentos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7CB8E9-D957-79B7-6E72-59AC01A93D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8FE6F885-0034-5D6C-B190-1648F912DE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4351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227C4-6447-6F16-7E38-57FB99F0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F1E3B50D-7A3A-657A-1AF2-DF82500EA7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5FEB6B7-FDD8-AB95-56A5-052BD94CFDEA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CD8BCD-BA42-6BF1-7080-DB6F5D6E68A4}"/>
              </a:ext>
            </a:extLst>
          </p:cNvPr>
          <p:cNvGrpSpPr/>
          <p:nvPr/>
        </p:nvGrpSpPr>
        <p:grpSpPr>
          <a:xfrm>
            <a:off x="819100" y="656726"/>
            <a:ext cx="7053579" cy="4598235"/>
            <a:chOff x="1496484" y="1128163"/>
            <a:chExt cx="7053579" cy="459823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1F4263B-577B-0107-A681-607C6F7ACF50}"/>
                </a:ext>
              </a:extLst>
            </p:cNvPr>
            <p:cNvGrpSpPr/>
            <p:nvPr/>
          </p:nvGrpSpPr>
          <p:grpSpPr>
            <a:xfrm>
              <a:off x="1496484" y="1650764"/>
              <a:ext cx="7053579" cy="4075634"/>
              <a:chOff x="880714" y="1679962"/>
              <a:chExt cx="7053579" cy="407563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6249426-1D42-9569-814D-334CB0F10B70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76D946F-7CAC-1CF7-00C4-A0E20293A775}"/>
                  </a:ext>
                </a:extLst>
              </p:cNvPr>
              <p:cNvSpPr/>
              <p:nvPr/>
            </p:nvSpPr>
            <p:spPr>
              <a:xfrm>
                <a:off x="880714" y="2574917"/>
                <a:ext cx="7053579" cy="31806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</a:pPr>
                <a:r>
                  <a:rPr lang="pt-B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Societárias (DCS)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Periodicidade anual para Autoridades Portuárias e  para os demais agentes quando a Antaq solicitar;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Até 30 de abril do exercício subsequente;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Deve incluir relatório de auditor independente (CVM)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C2FF73D-F396-F492-8147-B9FD71DC6EA8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A5A4866-77D5-8A74-F0B6-59EE4AEBD1E2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Demonstrações Contábeis 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3881572-EF70-2B2A-F46A-C9BEC2A92E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ADE8AF87-37AF-A566-FF46-4C586E7FE3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047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93635-F34C-D818-B4CD-81300320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82219779-C68F-0039-D80B-F3EF29506F0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C613526-6CB2-D433-6042-066230126FB3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D47741-8554-F08A-8F17-959E2D1DE423}"/>
              </a:ext>
            </a:extLst>
          </p:cNvPr>
          <p:cNvGrpSpPr/>
          <p:nvPr/>
        </p:nvGrpSpPr>
        <p:grpSpPr>
          <a:xfrm>
            <a:off x="819100" y="656726"/>
            <a:ext cx="7053579" cy="4598235"/>
            <a:chOff x="1496484" y="1128163"/>
            <a:chExt cx="7053579" cy="459823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E5615EC-707C-40B2-9111-AA8426A90BB8}"/>
                </a:ext>
              </a:extLst>
            </p:cNvPr>
            <p:cNvGrpSpPr/>
            <p:nvPr/>
          </p:nvGrpSpPr>
          <p:grpSpPr>
            <a:xfrm>
              <a:off x="1496484" y="1650764"/>
              <a:ext cx="7053579" cy="4075634"/>
              <a:chOff x="880714" y="1679962"/>
              <a:chExt cx="7053579" cy="407563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0150EE3-E70E-195E-4AC9-99F6A7E4C8D4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94FC3F3-39B4-5B45-FEFD-60677B906D5D}"/>
                  </a:ext>
                </a:extLst>
              </p:cNvPr>
              <p:cNvSpPr/>
              <p:nvPr/>
            </p:nvSpPr>
            <p:spPr>
              <a:xfrm>
                <a:off x="880714" y="2574917"/>
                <a:ext cx="7053579" cy="31806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</a:pPr>
                <a:r>
                  <a:rPr lang="pt-B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Regulatórias (DCR)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Periodicidade mensal e anual para as administrações portuárias;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Conforme orientações do Manual de Constas do Setor Portuário; 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Ø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Para os demais agentes quando a Antaq solicitar.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CD0C03F-9C31-E5E7-D9D2-D027941DF6B2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2E46BE0-BA81-D7CD-7242-950D227A6BE9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Demonstrações Contábeis 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6C69031-EDB8-4890-1A7A-54CF18E95E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84A1FC58-7D26-E938-869B-AF5130A53E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8483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D729-5A73-937C-F95B-922DB1D9B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A260B56B-8C55-4007-146A-DFDEF7FD0E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1BC4BF8-65A7-BEBD-6BAC-6571F48DB137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BFBBB2-3144-F791-B39C-6086B0A15875}"/>
              </a:ext>
            </a:extLst>
          </p:cNvPr>
          <p:cNvGrpSpPr/>
          <p:nvPr/>
        </p:nvGrpSpPr>
        <p:grpSpPr>
          <a:xfrm>
            <a:off x="819100" y="656726"/>
            <a:ext cx="6543489" cy="1168932"/>
            <a:chOff x="1496484" y="1128163"/>
            <a:chExt cx="6543489" cy="11689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82B4B9-F7F7-EC62-539E-E72F17F59B3B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1D99482-0D47-8D5A-3952-5969266F345D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EEADDA-3A4B-285B-B948-1FE48FB713D0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Diferenças DCS x DCR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090EAAA-3766-5333-FE34-2C88F82ABC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834C1F0B-CE28-DE2C-338E-F4F888AA35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0321CE5D-7BBA-6A92-2782-44C9CFB76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965058"/>
              </p:ext>
            </p:extLst>
          </p:nvPr>
        </p:nvGraphicFramePr>
        <p:xfrm>
          <a:off x="862659" y="1947083"/>
          <a:ext cx="7095744" cy="3401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5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5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0313">
                <a:tc>
                  <a:txBody>
                    <a:bodyPr/>
                    <a:lstStyle/>
                    <a:p>
                      <a:r>
                        <a:t>Critério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Contabilidade Societária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Contabilidade Regulatória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313">
                <a:tc>
                  <a:txBody>
                    <a:bodyPr/>
                    <a:lstStyle/>
                    <a:p>
                      <a:r>
                        <a:t>Finalidade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Informar usuários do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Atender</a:t>
                      </a:r>
                      <a:r>
                        <a:rPr dirty="0"/>
                        <a:t> à </a:t>
                      </a:r>
                      <a:r>
                        <a:rPr dirty="0" err="1"/>
                        <a:t>regulação</a:t>
                      </a:r>
                      <a:r>
                        <a:rPr dirty="0"/>
                        <a:t> da ANTAQ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313">
                <a:tc>
                  <a:txBody>
                    <a:bodyPr/>
                    <a:lstStyle/>
                    <a:p>
                      <a:r>
                        <a:t>Usuário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Investidores e credores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ANTAQ e poder concedente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313">
                <a:tc>
                  <a:txBody>
                    <a:bodyPr/>
                    <a:lstStyle/>
                    <a:p>
                      <a:r>
                        <a:t>Base normativa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CPC / IFRS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CPC + normas ANTAQ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313">
                <a:tc>
                  <a:txBody>
                    <a:bodyPr/>
                    <a:lstStyle/>
                    <a:p>
                      <a:r>
                        <a:t>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Empresa como um 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Atividade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portuária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regulada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7168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8A094-E02F-0460-583F-E9B4515A8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A81EA268-0C5B-F387-CD8E-9BA71067479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B5DE2C-A467-5134-BF05-E52C50D902AF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4168C01-9781-246B-4B76-B8C8C22B5E39}"/>
              </a:ext>
            </a:extLst>
          </p:cNvPr>
          <p:cNvGrpSpPr/>
          <p:nvPr/>
        </p:nvGrpSpPr>
        <p:grpSpPr>
          <a:xfrm>
            <a:off x="819100" y="656726"/>
            <a:ext cx="6543489" cy="1168932"/>
            <a:chOff x="1496484" y="1128163"/>
            <a:chExt cx="6543489" cy="11689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1E5873-7C87-BBE9-2446-EFF69419A1A7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9EAF564-88F8-1F38-0BD4-930A2F6E351D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8CB47D-8B8E-A59A-9EE5-A4D8955DBFD8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Diferenças DCS x DCR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B147A96-34EF-136D-59FA-3AC857C76E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74D01D57-B92D-6606-1E12-767FAFC3AD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6A0FF85-92DE-4E67-8187-87E08E1C2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727485"/>
              </p:ext>
            </p:extLst>
          </p:nvPr>
        </p:nvGraphicFramePr>
        <p:xfrm>
          <a:off x="693495" y="1947083"/>
          <a:ext cx="7434072" cy="397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8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30">
                <a:tc>
                  <a:txBody>
                    <a:bodyPr/>
                    <a:lstStyle/>
                    <a:p>
                      <a:r>
                        <a:t>Critério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Contabilidade Societária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Contabilidade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Regulatória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530">
                <a:tc>
                  <a:txBody>
                    <a:bodyPr/>
                    <a:lstStyle/>
                    <a:p>
                      <a:r>
                        <a:t>Detalhamento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Mais agregado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Mais </a:t>
                      </a:r>
                      <a:r>
                        <a:rPr dirty="0" err="1"/>
                        <a:t>analítico</a:t>
                      </a:r>
                      <a:r>
                        <a:rPr dirty="0"/>
                        <a:t> e </a:t>
                      </a:r>
                      <a:r>
                        <a:rPr dirty="0" err="1"/>
                        <a:t>padronizado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530">
                <a:tc>
                  <a:txBody>
                    <a:bodyPr/>
                    <a:lstStyle/>
                    <a:p>
                      <a:r>
                        <a:t>Uso tarifário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é 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 para revisão de tarifas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530">
                <a:tc>
                  <a:txBody>
                    <a:bodyPr/>
                    <a:lstStyle/>
                    <a:p>
                      <a:r>
                        <a:t>Bens reversíveis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controle específico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Controle obrigatório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530">
                <a:tc>
                  <a:txBody>
                    <a:bodyPr/>
                    <a:lstStyle/>
                    <a:p>
                      <a:r>
                        <a:t>Comparabilidade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Elevada entre regulados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970">
                <a:tc>
                  <a:txBody>
                    <a:bodyPr/>
                    <a:lstStyle/>
                    <a:p>
                      <a:r>
                        <a:t>Finalidade pública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Indireta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Central </a:t>
                      </a:r>
                      <a:r>
                        <a:rPr dirty="0" err="1"/>
                        <a:t>na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regulação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4429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3233-A443-48CF-8004-E12A9F59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F14C6C20-4432-21C0-BDCB-4A2EF335259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5268DEE-EDB5-1D4D-B35E-C18E49F6E6C2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57523E-81DE-2F70-E84A-FD41BDD5BDEE}"/>
              </a:ext>
            </a:extLst>
          </p:cNvPr>
          <p:cNvGrpSpPr/>
          <p:nvPr/>
        </p:nvGrpSpPr>
        <p:grpSpPr>
          <a:xfrm>
            <a:off x="819100" y="656726"/>
            <a:ext cx="7053579" cy="4747855"/>
            <a:chOff x="1496484" y="1128163"/>
            <a:chExt cx="7053579" cy="4747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AD641AD-13E5-E63C-9FAD-2265453B3714}"/>
                </a:ext>
              </a:extLst>
            </p:cNvPr>
            <p:cNvGrpSpPr/>
            <p:nvPr/>
          </p:nvGrpSpPr>
          <p:grpSpPr>
            <a:xfrm>
              <a:off x="1496484" y="1650764"/>
              <a:ext cx="7053579" cy="4225254"/>
              <a:chOff x="880714" y="1679962"/>
              <a:chExt cx="7053579" cy="422525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B68462C-83D0-3115-B0AD-DE547829E95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C526778-E4D0-C96E-AA4A-62E2448BC119}"/>
                  </a:ext>
                </a:extLst>
              </p:cNvPr>
              <p:cNvSpPr/>
              <p:nvPr/>
            </p:nvSpPr>
            <p:spPr>
              <a:xfrm>
                <a:off x="880714" y="2468057"/>
                <a:ext cx="7053579" cy="34371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Tema central: </a:t>
                </a:r>
                <a:r>
                  <a:rPr lang="pt-B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ICPC 01 (R1)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Interpretação do CPC para concessões;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Alinhamento ao IFRIC 12;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Aplicável quando há concessão a entidade privada;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Revisão realizada em 2011;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Atualização do Manual de Contas em 2024.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6FBF57-7D8D-CFFA-6A15-3C5250E9A8F9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26ABB59-7BBD-EB28-2735-0EF33D0EC110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Concessões Portuárias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AD23DE6-B07D-282B-73C4-6EB3E28E1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77D47A7-3F28-EE4B-D382-0CE9A08B50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1449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342D-6BD6-C1B1-3535-FF72214B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28452D49-881B-CE58-5DE1-9345864A29D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74EF99-EA18-EA3E-483B-ACF30D712E98}"/>
              </a:ext>
            </a:extLst>
          </p:cNvPr>
          <p:cNvSpPr/>
          <p:nvPr/>
        </p:nvSpPr>
        <p:spPr>
          <a:xfrm>
            <a:off x="471146" y="-12700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0DF5C8-E840-F76D-FDD4-9BB8E18D3184}"/>
              </a:ext>
            </a:extLst>
          </p:cNvPr>
          <p:cNvGrpSpPr/>
          <p:nvPr/>
        </p:nvGrpSpPr>
        <p:grpSpPr>
          <a:xfrm>
            <a:off x="819100" y="656726"/>
            <a:ext cx="7053579" cy="6507146"/>
            <a:chOff x="1496484" y="1128163"/>
            <a:chExt cx="7053579" cy="650714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B0B8B59-0A75-D2B3-C630-4DDA2387AF40}"/>
                </a:ext>
              </a:extLst>
            </p:cNvPr>
            <p:cNvGrpSpPr/>
            <p:nvPr/>
          </p:nvGrpSpPr>
          <p:grpSpPr>
            <a:xfrm>
              <a:off x="1496484" y="1650764"/>
              <a:ext cx="7053579" cy="5984545"/>
              <a:chOff x="880714" y="1679962"/>
              <a:chExt cx="7053579" cy="598454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19754FC-1E25-B012-86E0-B293D6A94809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7D0CE6-625D-C575-C5A0-2EF7BA7E7D31}"/>
                  </a:ext>
                </a:extLst>
              </p:cNvPr>
              <p:cNvSpPr/>
              <p:nvPr/>
            </p:nvSpPr>
            <p:spPr>
              <a:xfrm>
                <a:off x="880714" y="1995968"/>
                <a:ext cx="7053579" cy="56685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Contabilidade Regulatória:</a:t>
                </a:r>
              </a:p>
              <a:p>
                <a:endParaRPr lang="pt-BR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Melhora a fiscalização da ANTAQ;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Reduz assimetria de informação;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Fornece informação padronizada e comparável ao longo do tempo;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Dá transparência ao setor;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Apoia decisões tarifárias;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Incentiva eficiência portuária;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Harmoniza o setor ao padrão internacional;</a:t>
                </a:r>
              </a:p>
              <a:p>
                <a:pPr marL="342900" indent="-342900">
                  <a:spcBef>
                    <a:spcPts val="1000"/>
                  </a:spcBef>
                  <a:buFont typeface="Wingdings" panose="05000000000000000000" pitchFamily="2" charset="2"/>
                  <a:buChar char="ü"/>
                </a:pPr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Proteger o interesse público.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D1C9C67-CBAD-0B6D-272A-2656366CA204}"/>
                </a:ext>
              </a:extLst>
            </p:cNvPr>
            <p:cNvGrpSpPr/>
            <p:nvPr/>
          </p:nvGrpSpPr>
          <p:grpSpPr>
            <a:xfrm>
              <a:off x="1496484" y="1128163"/>
              <a:ext cx="6543489" cy="646331"/>
              <a:chOff x="4417367" y="-2264796"/>
              <a:chExt cx="6543489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7591334-6BEE-CFB5-D902-F64C45F25CBF}"/>
                  </a:ext>
                </a:extLst>
              </p:cNvPr>
              <p:cNvSpPr/>
              <p:nvPr/>
            </p:nvSpPr>
            <p:spPr>
              <a:xfrm>
                <a:off x="4417367" y="-2264796"/>
                <a:ext cx="654348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3600" b="1" dirty="0">
                    <a:solidFill>
                      <a:srgbClr val="194B69"/>
                    </a:solidFill>
                  </a:rPr>
                  <a:t>Conclusões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8103F2F-D3AC-F97C-B40E-949F7D779B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809" y="-1618465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3FB99EF6-BB34-3079-84C4-5948EBD9F5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0332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 descr="Navio no mar&#10;&#10;O conteúdo gerado por IA pode estar incorreto.">
            <a:extLst>
              <a:ext uri="{FF2B5EF4-FFF2-40B4-BE49-F238E27FC236}">
                <a16:creationId xmlns:a16="http://schemas.microsoft.com/office/drawing/2014/main" id="{31E70E60-A487-7F97-2C8D-97AA5105C0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62F431-CAF1-4971-978B-41B51C85A147}"/>
              </a:ext>
            </a:extLst>
          </p:cNvPr>
          <p:cNvSpPr/>
          <p:nvPr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rgbClr val="20386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5C9D92-ACC7-974D-B80F-B4B04D69326D}"/>
              </a:ext>
            </a:extLst>
          </p:cNvPr>
          <p:cNvGrpSpPr/>
          <p:nvPr/>
        </p:nvGrpSpPr>
        <p:grpSpPr>
          <a:xfrm>
            <a:off x="5391442" y="2747684"/>
            <a:ext cx="5140666" cy="1362632"/>
            <a:chOff x="1618758" y="2747684"/>
            <a:chExt cx="5140666" cy="13626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5BB046-74A8-A849-A8A1-34DD2EF678F8}"/>
                </a:ext>
              </a:extLst>
            </p:cNvPr>
            <p:cNvSpPr/>
            <p:nvPr/>
          </p:nvSpPr>
          <p:spPr>
            <a:xfrm>
              <a:off x="1618758" y="2747684"/>
              <a:ext cx="5140666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6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OBRIGADO</a:t>
              </a:r>
              <a:endParaRPr lang="en-US" sz="6600" b="1" dirty="0">
                <a:gradFill>
                  <a:gsLst>
                    <a:gs pos="0">
                      <a:srgbClr val="00C4FF">
                        <a:alpha val="94000"/>
                      </a:srgbClr>
                    </a:gs>
                    <a:gs pos="100000">
                      <a:srgbClr val="57FFE3">
                        <a:lumMod val="85000"/>
                        <a:lumOff val="15000"/>
                      </a:srgbClr>
                    </a:gs>
                  </a:gsLst>
                  <a:lin ang="15000000" scaled="0"/>
                </a:gradFill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5EB1C0-D3E8-4242-B0C9-3B221807263C}"/>
                </a:ext>
              </a:extLst>
            </p:cNvPr>
            <p:cNvSpPr/>
            <p:nvPr/>
          </p:nvSpPr>
          <p:spPr>
            <a:xfrm>
              <a:off x="3539717" y="3710206"/>
              <a:ext cx="31214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2000" spc="1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PELA SUA ATENÇÃO</a:t>
              </a:r>
            </a:p>
          </p:txBody>
        </p:sp>
      </p:grp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43ACBC56-1AD2-F16E-188E-17C2ABFF3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32" y="250955"/>
            <a:ext cx="1156841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45198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66A7F107A78542809C04863AAF6904" ma:contentTypeVersion="19" ma:contentTypeDescription="Crie um novo documento." ma:contentTypeScope="" ma:versionID="51191a4cb565485eb463083ca7c2737a">
  <xsd:schema xmlns:xsd="http://www.w3.org/2001/XMLSchema" xmlns:xs="http://www.w3.org/2001/XMLSchema" xmlns:p="http://schemas.microsoft.com/office/2006/metadata/properties" xmlns:ns2="524b9e3a-2c6e-4caf-a4a6-9107747bc51e" xmlns:ns3="f913ff35-f7e5-46dc-a5a7-c9164ae7e8fd" targetNamespace="http://schemas.microsoft.com/office/2006/metadata/properties" ma:root="true" ma:fieldsID="13929d0489311a9f46074467b1a33de9" ns2:_="" ns3:_="">
    <xsd:import namespace="524b9e3a-2c6e-4caf-a4a6-9107747bc51e"/>
    <xsd:import namespace="f913ff35-f7e5-46dc-a5a7-c9164ae7e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b9e3a-2c6e-4caf-a4a6-9107747b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79a47a05-30c7-4e3a-83e8-a72346a22e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3ff35-f7e5-46dc-a5a7-c9164ae7e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075f16c-1fcb-4655-b55f-919d5750d410}" ma:internalName="TaxCatchAll" ma:showField="CatchAllData" ma:web="f913ff35-f7e5-46dc-a5a7-c9164ae7e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4b9e3a-2c6e-4caf-a4a6-9107747bc51e">
      <Terms xmlns="http://schemas.microsoft.com/office/infopath/2007/PartnerControls"/>
    </lcf76f155ced4ddcb4097134ff3c332f>
    <TaxCatchAll xmlns="f913ff35-f7e5-46dc-a5a7-c9164ae7e8fd" xsi:nil="true"/>
  </documentManagement>
</p:properties>
</file>

<file path=customXml/itemProps1.xml><?xml version="1.0" encoding="utf-8"?>
<ds:datastoreItem xmlns:ds="http://schemas.openxmlformats.org/officeDocument/2006/customXml" ds:itemID="{6C112504-EC53-4654-9538-A7CA2BDA8719}"/>
</file>

<file path=customXml/itemProps2.xml><?xml version="1.0" encoding="utf-8"?>
<ds:datastoreItem xmlns:ds="http://schemas.openxmlformats.org/officeDocument/2006/customXml" ds:itemID="{7E675061-103A-4C5C-B43E-D21A6A398AEE}"/>
</file>

<file path=customXml/itemProps3.xml><?xml version="1.0" encoding="utf-8"?>
<ds:datastoreItem xmlns:ds="http://schemas.openxmlformats.org/officeDocument/2006/customXml" ds:itemID="{E0B963F9-987F-4658-9BD2-7B552613CC5B}"/>
</file>

<file path=docMetadata/LabelInfo.xml><?xml version="1.0" encoding="utf-8"?>
<clbl:labelList xmlns:clbl="http://schemas.microsoft.com/office/2020/mipLabelMetadata">
  <clbl:label id="{c632428a-d21a-4e8a-8f6d-703bd1f18d65}" enabled="1" method="Privileged" siteId="{bd3d8f22-e492-46a1-bfce-0ef9a284415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3270</TotalTime>
  <Words>791</Words>
  <Application>Microsoft Office PowerPoint</Application>
  <PresentationFormat>Widescreen</PresentationFormat>
  <Paragraphs>174</Paragraphs>
  <Slides>23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Lato</vt:lpstr>
      <vt:lpstr>Poppins</vt:lpstr>
      <vt:lpstr>Poppins Medium</vt:lpstr>
      <vt:lpstr>Poppins SemiBold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Yosep Swandi</dc:creator>
  <cp:lastModifiedBy>Hebrida Neto</cp:lastModifiedBy>
  <cp:revision>120</cp:revision>
  <dcterms:created xsi:type="dcterms:W3CDTF">2020-10-15T00:10:07Z</dcterms:created>
  <dcterms:modified xsi:type="dcterms:W3CDTF">2026-03-02T00:02:46Z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AFFC69A9-5425-4172-A865-A7C4DE645EAA</vt:lpwstr>
  </property>
  <property fmtid="{D5CDD505-2E9C-101B-9397-08002B2CF9AE}" pid="3" name="ArticulatePath">
    <vt:lpwstr>Power Proposal - PowerPoint</vt:lpwstr>
  </property>
  <property fmtid="{D5CDD505-2E9C-101B-9397-08002B2CF9AE}" pid="4" name="ContentTypeId">
    <vt:lpwstr>0x0101000A66A7F107A78542809C04863AAF6904</vt:lpwstr>
  </property>
</Properties>
</file>