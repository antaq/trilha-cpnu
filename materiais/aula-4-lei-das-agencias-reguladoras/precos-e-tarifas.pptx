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notesSlides/notesSlide13.xml" ContentType="application/vnd.openxmlformats-officedocument.presentationml.notesSlide+xml"/>
  <Override PartName="/ppt/tags/tag16.xml" ContentType="application/vnd.openxmlformats-officedocument.presentationml.tags+xml"/>
  <Override PartName="/ppt/notesSlides/notesSlide14.xml" ContentType="application/vnd.openxmlformats-officedocument.presentationml.notesSlide+xml"/>
  <Override PartName="/ppt/tags/tag17.xml" ContentType="application/vnd.openxmlformats-officedocument.presentationml.tags+xml"/>
  <Override PartName="/ppt/notesSlides/notesSlide15.xml" ContentType="application/vnd.openxmlformats-officedocument.presentationml.notesSlide+xml"/>
  <Override PartName="/ppt/tags/tag18.xml" ContentType="application/vnd.openxmlformats-officedocument.presentationml.tags+xml"/>
  <Override PartName="/ppt/notesSlides/notesSlide16.xml" ContentType="application/vnd.openxmlformats-officedocument.presentationml.notesSlide+xml"/>
  <Override PartName="/ppt/tags/tag19.xml" ContentType="application/vnd.openxmlformats-officedocument.presentationml.tags+xml"/>
  <Override PartName="/ppt/notesSlides/notesSlide17.xml" ContentType="application/vnd.openxmlformats-officedocument.presentationml.notesSlide+xml"/>
  <Override PartName="/ppt/tags/tag20.xml" ContentType="application/vnd.openxmlformats-officedocument.presentationml.tags+xml"/>
  <Override PartName="/ppt/notesSlides/notesSlide18.xml" ContentType="application/vnd.openxmlformats-officedocument.presentationml.notesSlide+xml"/>
  <Override PartName="/ppt/tags/tag21.xml" ContentType="application/vnd.openxmlformats-officedocument.presentationml.tags+xml"/>
  <Override PartName="/ppt/notesSlides/notesSlide19.xml" ContentType="application/vnd.openxmlformats-officedocument.presentationml.notesSlide+xml"/>
  <Override PartName="/ppt/tags/tag22.xml" ContentType="application/vnd.openxmlformats-officedocument.presentationml.tags+xml"/>
  <Override PartName="/ppt/notesSlides/notesSlide20.xml" ContentType="application/vnd.openxmlformats-officedocument.presentationml.notesSlide+xml"/>
  <Override PartName="/ppt/tags/tag23.xml" ContentType="application/vnd.openxmlformats-officedocument.presentationml.tags+xml"/>
  <Override PartName="/ppt/notesSlides/notesSlide21.xml" ContentType="application/vnd.openxmlformats-officedocument.presentationml.notesSlide+xml"/>
  <Override PartName="/ppt/tags/tag24.xml" ContentType="application/vnd.openxmlformats-officedocument.presentationml.tags+xml"/>
  <Override PartName="/ppt/notesSlides/notesSlide2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24.xml" ContentType="application/vnd.openxmlformats-officedocument.presentationml.notesSlide+xml"/>
  <Override PartName="/ppt/tags/tag28.xml" ContentType="application/vnd.openxmlformats-officedocument.presentationml.tags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  <Override PartName="/ppt/notesSlides/notesSlide26.xml" ContentType="application/vnd.openxmlformats-officedocument.presentationml.notesSlide+xml"/>
  <Override PartName="/ppt/tags/tag30.xml" ContentType="application/vnd.openxmlformats-officedocument.presentationml.tags+xml"/>
  <Override PartName="/ppt/notesSlides/notesSlide27.xml" ContentType="application/vnd.openxmlformats-officedocument.presentationml.notesSlide+xml"/>
  <Override PartName="/ppt/tags/tag31.xml" ContentType="application/vnd.openxmlformats-officedocument.presentationml.tags+xml"/>
  <Override PartName="/ppt/notesSlides/notesSlide28.xml" ContentType="application/vnd.openxmlformats-officedocument.presentationml.notesSlide+xml"/>
  <Override PartName="/ppt/tags/tag32.xml" ContentType="application/vnd.openxmlformats-officedocument.presentationml.tags+xml"/>
  <Override PartName="/ppt/notesSlides/notesSlide29.xml" ContentType="application/vnd.openxmlformats-officedocument.presentationml.notesSlide+xml"/>
  <Override PartName="/ppt/tags/tag33.xml" ContentType="application/vnd.openxmlformats-officedocument.presentationml.tags+xml"/>
  <Override PartName="/ppt/notesSlides/notesSlide30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369" r:id="rId4"/>
    <p:sldId id="354" r:id="rId5"/>
    <p:sldId id="311" r:id="rId6"/>
    <p:sldId id="355" r:id="rId7"/>
    <p:sldId id="356" r:id="rId8"/>
    <p:sldId id="325" r:id="rId9"/>
    <p:sldId id="358" r:id="rId10"/>
    <p:sldId id="342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8" r:id="rId19"/>
    <p:sldId id="366" r:id="rId20"/>
    <p:sldId id="367" r:id="rId21"/>
    <p:sldId id="343" r:id="rId22"/>
    <p:sldId id="345" r:id="rId23"/>
    <p:sldId id="370" r:id="rId24"/>
    <p:sldId id="270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7" r:id="rId34"/>
    <p:sldId id="291" r:id="rId35"/>
  </p:sldIdLst>
  <p:sldSz cx="12192000" cy="6858000"/>
  <p:notesSz cx="6858000" cy="9144000"/>
  <p:custDataLst>
    <p:tags r:id="rId3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426C"/>
    <a:srgbClr val="194B69"/>
    <a:srgbClr val="203864"/>
    <a:srgbClr val="074462"/>
    <a:srgbClr val="57FFE3"/>
    <a:srgbClr val="00C4FF"/>
    <a:srgbClr val="15FFD8"/>
    <a:srgbClr val="20D5FE"/>
    <a:srgbClr val="54B9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606CA3-8FFC-4F2D-B7C9-76570C7051E0}" v="31" dt="2026-03-03T02:20:27.2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97" autoAdjust="0"/>
    <p:restoredTop sz="96327" autoAdjust="0"/>
  </p:normalViewPr>
  <p:slideViewPr>
    <p:cSldViewPr snapToGrid="0" snapToObjects="1">
      <p:cViewPr varScale="1">
        <p:scale>
          <a:sx n="105" d="100"/>
          <a:sy n="105" d="100"/>
        </p:scale>
        <p:origin x="150" y="138"/>
      </p:cViewPr>
      <p:guideLst>
        <p:guide pos="3840"/>
        <p:guide orient="horz" pos="3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brida Neto" userId="c146294335f3bfc0" providerId="LiveId" clId="{B272D936-58F0-4904-8A4C-77A85B764A1A}"/>
    <pc:docChg chg="undo custSel addSld delSld modSld sldOrd">
      <pc:chgData name="Hebrida Neto" userId="c146294335f3bfc0" providerId="LiveId" clId="{B272D936-58F0-4904-8A4C-77A85B764A1A}" dt="2026-03-03T02:26:34.467" v="3092"/>
      <pc:docMkLst>
        <pc:docMk/>
      </pc:docMkLst>
      <pc:sldChg chg="modSp mod">
        <pc:chgData name="Hebrida Neto" userId="c146294335f3bfc0" providerId="LiveId" clId="{B272D936-58F0-4904-8A4C-77A85B764A1A}" dt="2026-03-02T10:01:32.967" v="39" actId="20577"/>
        <pc:sldMkLst>
          <pc:docMk/>
          <pc:sldMk cId="890480021" sldId="258"/>
        </pc:sldMkLst>
        <pc:spChg chg="mod">
          <ac:chgData name="Hebrida Neto" userId="c146294335f3bfc0" providerId="LiveId" clId="{B272D936-58F0-4904-8A4C-77A85B764A1A}" dt="2026-03-02T10:01:32.967" v="39" actId="20577"/>
          <ac:spMkLst>
            <pc:docMk/>
            <pc:sldMk cId="890480021" sldId="258"/>
            <ac:spMk id="15" creationId="{0DA9AD7D-2282-48EA-9AF5-21DCC7295176}"/>
          </ac:spMkLst>
        </pc:spChg>
      </pc:sldChg>
      <pc:sldChg chg="del">
        <pc:chgData name="Hebrida Neto" userId="c146294335f3bfc0" providerId="LiveId" clId="{B272D936-58F0-4904-8A4C-77A85B764A1A}" dt="2026-03-02T10:03:03.827" v="40" actId="47"/>
        <pc:sldMkLst>
          <pc:docMk/>
          <pc:sldMk cId="2111989317" sldId="260"/>
        </pc:sldMkLst>
      </pc:sldChg>
      <pc:sldChg chg="ord">
        <pc:chgData name="Hebrida Neto" userId="c146294335f3bfc0" providerId="LiveId" clId="{B272D936-58F0-4904-8A4C-77A85B764A1A}" dt="2026-03-03T02:26:34.467" v="3092"/>
        <pc:sldMkLst>
          <pc:docMk/>
          <pc:sldMk cId="2404721448" sldId="270"/>
        </pc:sldMkLst>
      </pc:sldChg>
      <pc:sldChg chg="del">
        <pc:chgData name="Hebrida Neto" userId="c146294335f3bfc0" providerId="LiveId" clId="{B272D936-58F0-4904-8A4C-77A85B764A1A}" dt="2026-03-03T00:31:10.015" v="574" actId="47"/>
        <pc:sldMkLst>
          <pc:docMk/>
          <pc:sldMk cId="1191022504" sldId="295"/>
        </pc:sldMkLst>
      </pc:sldChg>
      <pc:sldChg chg="modSp mod">
        <pc:chgData name="Hebrida Neto" userId="c146294335f3bfc0" providerId="LiveId" clId="{B272D936-58F0-4904-8A4C-77A85B764A1A}" dt="2026-03-03T00:59:22.532" v="1317" actId="20577"/>
        <pc:sldMkLst>
          <pc:docMk/>
          <pc:sldMk cId="1586102879" sldId="311"/>
        </pc:sldMkLst>
        <pc:spChg chg="mod">
          <ac:chgData name="Hebrida Neto" userId="c146294335f3bfc0" providerId="LiveId" clId="{B272D936-58F0-4904-8A4C-77A85B764A1A}" dt="2026-03-02T10:03:33.197" v="75"/>
          <ac:spMkLst>
            <pc:docMk/>
            <pc:sldMk cId="1586102879" sldId="311"/>
            <ac:spMk id="4" creationId="{18461747-BA6C-3EEE-A882-6AA4A152BD57}"/>
          </ac:spMkLst>
        </pc:spChg>
        <pc:spChg chg="mod">
          <ac:chgData name="Hebrida Neto" userId="c146294335f3bfc0" providerId="LiveId" clId="{B272D936-58F0-4904-8A4C-77A85B764A1A}" dt="2026-03-03T00:59:22.532" v="1317" actId="20577"/>
          <ac:spMkLst>
            <pc:docMk/>
            <pc:sldMk cId="1586102879" sldId="311"/>
            <ac:spMk id="5" creationId="{5B2A0D9D-3B75-9BC4-AD76-16CBBE4AE5BA}"/>
          </ac:spMkLst>
        </pc:spChg>
        <pc:spChg chg="mod">
          <ac:chgData name="Hebrida Neto" userId="c146294335f3bfc0" providerId="LiveId" clId="{B272D936-58F0-4904-8A4C-77A85B764A1A}" dt="2026-03-02T10:03:33.197" v="75"/>
          <ac:spMkLst>
            <pc:docMk/>
            <pc:sldMk cId="1586102879" sldId="311"/>
            <ac:spMk id="13" creationId="{336A312E-F3CD-15E5-5A75-6559050A0D2A}"/>
          </ac:spMkLst>
        </pc:spChg>
        <pc:grpChg chg="mod">
          <ac:chgData name="Hebrida Neto" userId="c146294335f3bfc0" providerId="LiveId" clId="{B272D936-58F0-4904-8A4C-77A85B764A1A}" dt="2026-03-02T10:03:33.197" v="75"/>
          <ac:grpSpMkLst>
            <pc:docMk/>
            <pc:sldMk cId="1586102879" sldId="311"/>
            <ac:grpSpMk id="2" creationId="{EE83EAA7-3580-AEED-2810-FC0AF1C219A4}"/>
          </ac:grpSpMkLst>
        </pc:grpChg>
        <pc:grpChg chg="mod">
          <ac:chgData name="Hebrida Neto" userId="c146294335f3bfc0" providerId="LiveId" clId="{B272D936-58F0-4904-8A4C-77A85B764A1A}" dt="2026-03-02T10:03:33.197" v="75"/>
          <ac:grpSpMkLst>
            <pc:docMk/>
            <pc:sldMk cId="1586102879" sldId="311"/>
            <ac:grpSpMk id="3" creationId="{AD844307-4C15-DFCE-044B-CD3BB5382E39}"/>
          </ac:grpSpMkLst>
        </pc:grpChg>
        <pc:grpChg chg="mod">
          <ac:chgData name="Hebrida Neto" userId="c146294335f3bfc0" providerId="LiveId" clId="{B272D936-58F0-4904-8A4C-77A85B764A1A}" dt="2026-03-02T10:03:33.197" v="75"/>
          <ac:grpSpMkLst>
            <pc:docMk/>
            <pc:sldMk cId="1586102879" sldId="311"/>
            <ac:grpSpMk id="6" creationId="{CB28E81C-92CA-930E-E14A-E27607162A76}"/>
          </ac:grpSpMkLst>
        </pc:grpChg>
        <pc:cxnChg chg="mod">
          <ac:chgData name="Hebrida Neto" userId="c146294335f3bfc0" providerId="LiveId" clId="{B272D936-58F0-4904-8A4C-77A85B764A1A}" dt="2026-03-02T10:03:33.197" v="75"/>
          <ac:cxnSpMkLst>
            <pc:docMk/>
            <pc:sldMk cId="1586102879" sldId="311"/>
            <ac:cxnSpMk id="14" creationId="{E4A7B2AE-CAF5-A849-57E7-7E094B5AD6DC}"/>
          </ac:cxnSpMkLst>
        </pc:cxnChg>
      </pc:sldChg>
      <pc:sldChg chg="del">
        <pc:chgData name="Hebrida Neto" userId="c146294335f3bfc0" providerId="LiveId" clId="{B272D936-58F0-4904-8A4C-77A85B764A1A}" dt="2026-03-03T00:31:10.015" v="574" actId="47"/>
        <pc:sldMkLst>
          <pc:docMk/>
          <pc:sldMk cId="3355938100" sldId="324"/>
        </pc:sldMkLst>
      </pc:sldChg>
      <pc:sldChg chg="modSp mod ord">
        <pc:chgData name="Hebrida Neto" userId="c146294335f3bfc0" providerId="LiveId" clId="{B272D936-58F0-4904-8A4C-77A85B764A1A}" dt="2026-03-03T01:11:40.826" v="1585" actId="113"/>
        <pc:sldMkLst>
          <pc:docMk/>
          <pc:sldMk cId="735918563" sldId="325"/>
        </pc:sldMkLst>
        <pc:spChg chg="mod">
          <ac:chgData name="Hebrida Neto" userId="c146294335f3bfc0" providerId="LiveId" clId="{B272D936-58F0-4904-8A4C-77A85B764A1A}" dt="2026-03-03T01:11:40.826" v="1585" actId="113"/>
          <ac:spMkLst>
            <pc:docMk/>
            <pc:sldMk cId="735918563" sldId="325"/>
            <ac:spMk id="4" creationId="{199EAA57-29E0-0EBB-53BE-66E6DA075F67}"/>
          </ac:spMkLst>
        </pc:spChg>
        <pc:spChg chg="mod">
          <ac:chgData name="Hebrida Neto" userId="c146294335f3bfc0" providerId="LiveId" clId="{B272D936-58F0-4904-8A4C-77A85B764A1A}" dt="2026-03-03T01:10:05.137" v="1574" actId="20577"/>
          <ac:spMkLst>
            <pc:docMk/>
            <pc:sldMk cId="735918563" sldId="325"/>
            <ac:spMk id="27" creationId="{1702550F-F5A9-1AB7-D120-14CC2BC30A2E}"/>
          </ac:spMkLst>
        </pc:spChg>
      </pc:sldChg>
      <pc:sldChg chg="del">
        <pc:chgData name="Hebrida Neto" userId="c146294335f3bfc0" providerId="LiveId" clId="{B272D936-58F0-4904-8A4C-77A85B764A1A}" dt="2026-03-03T00:31:02.219" v="573" actId="47"/>
        <pc:sldMkLst>
          <pc:docMk/>
          <pc:sldMk cId="2905316867" sldId="327"/>
        </pc:sldMkLst>
      </pc:sldChg>
      <pc:sldChg chg="del">
        <pc:chgData name="Hebrida Neto" userId="c146294335f3bfc0" providerId="LiveId" clId="{B272D936-58F0-4904-8A4C-77A85B764A1A}" dt="2026-03-03T00:31:10.015" v="574" actId="47"/>
        <pc:sldMkLst>
          <pc:docMk/>
          <pc:sldMk cId="56888295" sldId="328"/>
        </pc:sldMkLst>
      </pc:sldChg>
      <pc:sldChg chg="del">
        <pc:chgData name="Hebrida Neto" userId="c146294335f3bfc0" providerId="LiveId" clId="{B272D936-58F0-4904-8A4C-77A85B764A1A}" dt="2026-03-03T00:31:10.015" v="574" actId="47"/>
        <pc:sldMkLst>
          <pc:docMk/>
          <pc:sldMk cId="3449886998" sldId="329"/>
        </pc:sldMkLst>
      </pc:sldChg>
      <pc:sldChg chg="del">
        <pc:chgData name="Hebrida Neto" userId="c146294335f3bfc0" providerId="LiveId" clId="{B272D936-58F0-4904-8A4C-77A85B764A1A}" dt="2026-03-03T00:31:10.015" v="574" actId="47"/>
        <pc:sldMkLst>
          <pc:docMk/>
          <pc:sldMk cId="2926028620" sldId="330"/>
        </pc:sldMkLst>
      </pc:sldChg>
      <pc:sldChg chg="del">
        <pc:chgData name="Hebrida Neto" userId="c146294335f3bfc0" providerId="LiveId" clId="{B272D936-58F0-4904-8A4C-77A85B764A1A}" dt="2026-03-03T00:31:10.015" v="574" actId="47"/>
        <pc:sldMkLst>
          <pc:docMk/>
          <pc:sldMk cId="4017510038" sldId="331"/>
        </pc:sldMkLst>
      </pc:sldChg>
      <pc:sldChg chg="del">
        <pc:chgData name="Hebrida Neto" userId="c146294335f3bfc0" providerId="LiveId" clId="{B272D936-58F0-4904-8A4C-77A85B764A1A}" dt="2026-03-03T00:31:21.545" v="575" actId="47"/>
        <pc:sldMkLst>
          <pc:docMk/>
          <pc:sldMk cId="794351862" sldId="332"/>
        </pc:sldMkLst>
      </pc:sldChg>
      <pc:sldChg chg="del">
        <pc:chgData name="Hebrida Neto" userId="c146294335f3bfc0" providerId="LiveId" clId="{B272D936-58F0-4904-8A4C-77A85B764A1A}" dt="2026-03-03T00:31:21.545" v="575" actId="47"/>
        <pc:sldMkLst>
          <pc:docMk/>
          <pc:sldMk cId="1440332927" sldId="334"/>
        </pc:sldMkLst>
      </pc:sldChg>
      <pc:sldChg chg="del">
        <pc:chgData name="Hebrida Neto" userId="c146294335f3bfc0" providerId="LiveId" clId="{B272D936-58F0-4904-8A4C-77A85B764A1A}" dt="2026-03-03T00:31:21.545" v="575" actId="47"/>
        <pc:sldMkLst>
          <pc:docMk/>
          <pc:sldMk cId="407168741" sldId="335"/>
        </pc:sldMkLst>
      </pc:sldChg>
      <pc:sldChg chg="del">
        <pc:chgData name="Hebrida Neto" userId="c146294335f3bfc0" providerId="LiveId" clId="{B272D936-58F0-4904-8A4C-77A85B764A1A}" dt="2026-03-03T00:31:21.545" v="575" actId="47"/>
        <pc:sldMkLst>
          <pc:docMk/>
          <pc:sldMk cId="2144429350" sldId="336"/>
        </pc:sldMkLst>
      </pc:sldChg>
      <pc:sldChg chg="del">
        <pc:chgData name="Hebrida Neto" userId="c146294335f3bfc0" providerId="LiveId" clId="{B272D936-58F0-4904-8A4C-77A85B764A1A}" dt="2026-03-03T00:31:21.545" v="575" actId="47"/>
        <pc:sldMkLst>
          <pc:docMk/>
          <pc:sldMk cId="811449380" sldId="337"/>
        </pc:sldMkLst>
      </pc:sldChg>
      <pc:sldChg chg="del">
        <pc:chgData name="Hebrida Neto" userId="c146294335f3bfc0" providerId="LiveId" clId="{B272D936-58F0-4904-8A4C-77A85B764A1A}" dt="2026-03-03T00:31:21.545" v="575" actId="47"/>
        <pc:sldMkLst>
          <pc:docMk/>
          <pc:sldMk cId="1528932853" sldId="338"/>
        </pc:sldMkLst>
      </pc:sldChg>
      <pc:sldChg chg="del">
        <pc:chgData name="Hebrida Neto" userId="c146294335f3bfc0" providerId="LiveId" clId="{B272D936-58F0-4904-8A4C-77A85B764A1A}" dt="2026-03-03T00:31:21.545" v="575" actId="47"/>
        <pc:sldMkLst>
          <pc:docMk/>
          <pc:sldMk cId="3420713084" sldId="339"/>
        </pc:sldMkLst>
      </pc:sldChg>
      <pc:sldChg chg="del">
        <pc:chgData name="Hebrida Neto" userId="c146294335f3bfc0" providerId="LiveId" clId="{B272D936-58F0-4904-8A4C-77A85B764A1A}" dt="2026-03-03T00:31:21.545" v="575" actId="47"/>
        <pc:sldMkLst>
          <pc:docMk/>
          <pc:sldMk cId="870476060" sldId="340"/>
        </pc:sldMkLst>
      </pc:sldChg>
      <pc:sldChg chg="del">
        <pc:chgData name="Hebrida Neto" userId="c146294335f3bfc0" providerId="LiveId" clId="{B272D936-58F0-4904-8A4C-77A85B764A1A}" dt="2026-03-03T00:31:21.545" v="575" actId="47"/>
        <pc:sldMkLst>
          <pc:docMk/>
          <pc:sldMk cId="2968483095" sldId="341"/>
        </pc:sldMkLst>
      </pc:sldChg>
      <pc:sldChg chg="modSp add mod">
        <pc:chgData name="Hebrida Neto" userId="c146294335f3bfc0" providerId="LiveId" clId="{B272D936-58F0-4904-8A4C-77A85B764A1A}" dt="2026-03-03T00:32:40.463" v="580" actId="20577"/>
        <pc:sldMkLst>
          <pc:docMk/>
          <pc:sldMk cId="2399289754" sldId="342"/>
        </pc:sldMkLst>
        <pc:spChg chg="mod">
          <ac:chgData name="Hebrida Neto" userId="c146294335f3bfc0" providerId="LiveId" clId="{B272D936-58F0-4904-8A4C-77A85B764A1A}" dt="2026-03-02T10:05:40.506" v="118"/>
          <ac:spMkLst>
            <pc:docMk/>
            <pc:sldMk cId="2399289754" sldId="342"/>
            <ac:spMk id="4" creationId="{41F2087C-C0D4-772E-7352-0D036FFE426F}"/>
          </ac:spMkLst>
        </pc:spChg>
        <pc:spChg chg="mod">
          <ac:chgData name="Hebrida Neto" userId="c146294335f3bfc0" providerId="LiveId" clId="{B272D936-58F0-4904-8A4C-77A85B764A1A}" dt="2026-03-03T00:32:40.463" v="580" actId="20577"/>
          <ac:spMkLst>
            <pc:docMk/>
            <pc:sldMk cId="2399289754" sldId="342"/>
            <ac:spMk id="5" creationId="{04B94EA8-2E98-886E-CFA6-4D1AEC9EBACD}"/>
          </ac:spMkLst>
        </pc:spChg>
        <pc:spChg chg="mod">
          <ac:chgData name="Hebrida Neto" userId="c146294335f3bfc0" providerId="LiveId" clId="{B272D936-58F0-4904-8A4C-77A85B764A1A}" dt="2026-03-02T10:05:40.506" v="118"/>
          <ac:spMkLst>
            <pc:docMk/>
            <pc:sldMk cId="2399289754" sldId="342"/>
            <ac:spMk id="13" creationId="{FEFF8318-D9F6-8C82-5A8D-B107AC15AB49}"/>
          </ac:spMkLst>
        </pc:spChg>
        <pc:grpChg chg="mod">
          <ac:chgData name="Hebrida Neto" userId="c146294335f3bfc0" providerId="LiveId" clId="{B272D936-58F0-4904-8A4C-77A85B764A1A}" dt="2026-03-02T10:05:40.506" v="118"/>
          <ac:grpSpMkLst>
            <pc:docMk/>
            <pc:sldMk cId="2399289754" sldId="342"/>
            <ac:grpSpMk id="2" creationId="{B1C572EE-43AE-3364-8CC2-D683A4F50615}"/>
          </ac:grpSpMkLst>
        </pc:grpChg>
        <pc:grpChg chg="mod">
          <ac:chgData name="Hebrida Neto" userId="c146294335f3bfc0" providerId="LiveId" clId="{B272D936-58F0-4904-8A4C-77A85B764A1A}" dt="2026-03-02T10:05:40.506" v="118"/>
          <ac:grpSpMkLst>
            <pc:docMk/>
            <pc:sldMk cId="2399289754" sldId="342"/>
            <ac:grpSpMk id="3" creationId="{38E79215-8BED-B1BB-7B9F-4B9C771C6EBB}"/>
          </ac:grpSpMkLst>
        </pc:grpChg>
        <pc:grpChg chg="mod">
          <ac:chgData name="Hebrida Neto" userId="c146294335f3bfc0" providerId="LiveId" clId="{B272D936-58F0-4904-8A4C-77A85B764A1A}" dt="2026-03-02T10:05:40.506" v="118"/>
          <ac:grpSpMkLst>
            <pc:docMk/>
            <pc:sldMk cId="2399289754" sldId="342"/>
            <ac:grpSpMk id="6" creationId="{0EB9F3CC-A677-5F51-5C69-D30675BF4BF1}"/>
          </ac:grpSpMkLst>
        </pc:grpChg>
        <pc:cxnChg chg="mod">
          <ac:chgData name="Hebrida Neto" userId="c146294335f3bfc0" providerId="LiveId" clId="{B272D936-58F0-4904-8A4C-77A85B764A1A}" dt="2026-03-02T10:05:40.506" v="118"/>
          <ac:cxnSpMkLst>
            <pc:docMk/>
            <pc:sldMk cId="2399289754" sldId="342"/>
            <ac:cxnSpMk id="14" creationId="{324C6C85-1C74-F5A8-0CB7-92BBA3D68793}"/>
          </ac:cxnSpMkLst>
        </pc:cxnChg>
      </pc:sldChg>
      <pc:sldChg chg="addSp delSp modSp add mod ord">
        <pc:chgData name="Hebrida Neto" userId="c146294335f3bfc0" providerId="LiveId" clId="{B272D936-58F0-4904-8A4C-77A85B764A1A}" dt="2026-03-03T02:19:08.261" v="3058"/>
        <pc:sldMkLst>
          <pc:docMk/>
          <pc:sldMk cId="1295439283" sldId="343"/>
        </pc:sldMkLst>
        <pc:spChg chg="mod">
          <ac:chgData name="Hebrida Neto" userId="c146294335f3bfc0" providerId="LiveId" clId="{B272D936-58F0-4904-8A4C-77A85B764A1A}" dt="2026-03-02T10:07:55.402" v="157"/>
          <ac:spMkLst>
            <pc:docMk/>
            <pc:sldMk cId="1295439283" sldId="343"/>
            <ac:spMk id="4" creationId="{5BF4181F-D54F-D588-5175-B5C625417735}"/>
          </ac:spMkLst>
        </pc:spChg>
        <pc:spChg chg="mod">
          <ac:chgData name="Hebrida Neto" userId="c146294335f3bfc0" providerId="LiveId" clId="{B272D936-58F0-4904-8A4C-77A85B764A1A}" dt="2026-03-03T00:32:56.015" v="581" actId="20577"/>
          <ac:spMkLst>
            <pc:docMk/>
            <pc:sldMk cId="1295439283" sldId="343"/>
            <ac:spMk id="5" creationId="{1490DB6D-006B-659D-9E8D-B0D662264F48}"/>
          </ac:spMkLst>
        </pc:spChg>
        <pc:spChg chg="add del">
          <ac:chgData name="Hebrida Neto" userId="c146294335f3bfc0" providerId="LiveId" clId="{B272D936-58F0-4904-8A4C-77A85B764A1A}" dt="2026-03-02T10:08:30.004" v="163" actId="478"/>
          <ac:spMkLst>
            <pc:docMk/>
            <pc:sldMk cId="1295439283" sldId="343"/>
            <ac:spMk id="12" creationId="{3E5389A1-5BFC-1905-5633-B64CCEF2CD36}"/>
          </ac:spMkLst>
        </pc:spChg>
        <pc:spChg chg="mod">
          <ac:chgData name="Hebrida Neto" userId="c146294335f3bfc0" providerId="LiveId" clId="{B272D936-58F0-4904-8A4C-77A85B764A1A}" dt="2026-03-02T10:07:55.402" v="157"/>
          <ac:spMkLst>
            <pc:docMk/>
            <pc:sldMk cId="1295439283" sldId="343"/>
            <ac:spMk id="13" creationId="{7F2CA9B5-97BF-417C-EA89-4B146D6695B4}"/>
          </ac:spMkLst>
        </pc:spChg>
        <pc:grpChg chg="mod">
          <ac:chgData name="Hebrida Neto" userId="c146294335f3bfc0" providerId="LiveId" clId="{B272D936-58F0-4904-8A4C-77A85B764A1A}" dt="2026-03-02T10:07:55.402" v="157"/>
          <ac:grpSpMkLst>
            <pc:docMk/>
            <pc:sldMk cId="1295439283" sldId="343"/>
            <ac:grpSpMk id="2" creationId="{8F2D2EAA-7075-C7F6-55CD-718336DB4B80}"/>
          </ac:grpSpMkLst>
        </pc:grpChg>
        <pc:grpChg chg="mod">
          <ac:chgData name="Hebrida Neto" userId="c146294335f3bfc0" providerId="LiveId" clId="{B272D936-58F0-4904-8A4C-77A85B764A1A}" dt="2026-03-02T10:07:55.402" v="157"/>
          <ac:grpSpMkLst>
            <pc:docMk/>
            <pc:sldMk cId="1295439283" sldId="343"/>
            <ac:grpSpMk id="3" creationId="{5CA3E465-D6E3-89D1-F2F6-681D072AA3A2}"/>
          </ac:grpSpMkLst>
        </pc:grpChg>
        <pc:grpChg chg="mod">
          <ac:chgData name="Hebrida Neto" userId="c146294335f3bfc0" providerId="LiveId" clId="{B272D936-58F0-4904-8A4C-77A85B764A1A}" dt="2026-03-02T10:07:55.402" v="157"/>
          <ac:grpSpMkLst>
            <pc:docMk/>
            <pc:sldMk cId="1295439283" sldId="343"/>
            <ac:grpSpMk id="6" creationId="{F59648BC-D35B-D1FA-258C-029D615211F7}"/>
          </ac:grpSpMkLst>
        </pc:grpChg>
        <pc:cxnChg chg="mod">
          <ac:chgData name="Hebrida Neto" userId="c146294335f3bfc0" providerId="LiveId" clId="{B272D936-58F0-4904-8A4C-77A85B764A1A}" dt="2026-03-02T10:07:55.402" v="157"/>
          <ac:cxnSpMkLst>
            <pc:docMk/>
            <pc:sldMk cId="1295439283" sldId="343"/>
            <ac:cxnSpMk id="14" creationId="{A6998A3B-5EB3-5E78-6166-9D92BB82C51E}"/>
          </ac:cxnSpMkLst>
        </pc:cxnChg>
      </pc:sldChg>
      <pc:sldChg chg="modSp add del mod">
        <pc:chgData name="Hebrida Neto" userId="c146294335f3bfc0" providerId="LiveId" clId="{B272D936-58F0-4904-8A4C-77A85B764A1A}" dt="2026-03-03T02:22:24.428" v="3065" actId="47"/>
        <pc:sldMkLst>
          <pc:docMk/>
          <pc:sldMk cId="272044634" sldId="344"/>
        </pc:sldMkLst>
        <pc:spChg chg="mod">
          <ac:chgData name="Hebrida Neto" userId="c146294335f3bfc0" providerId="LiveId" clId="{B272D936-58F0-4904-8A4C-77A85B764A1A}" dt="2026-03-03T02:20:27.232" v="3062"/>
          <ac:spMkLst>
            <pc:docMk/>
            <pc:sldMk cId="272044634" sldId="344"/>
            <ac:spMk id="4" creationId="{A3363FD4-EE26-AA0F-DD52-F7F9FE3E579F}"/>
          </ac:spMkLst>
        </pc:spChg>
        <pc:spChg chg="mod">
          <ac:chgData name="Hebrida Neto" userId="c146294335f3bfc0" providerId="LiveId" clId="{B272D936-58F0-4904-8A4C-77A85B764A1A}" dt="2026-03-03T02:22:20.346" v="3064" actId="5793"/>
          <ac:spMkLst>
            <pc:docMk/>
            <pc:sldMk cId="272044634" sldId="344"/>
            <ac:spMk id="5" creationId="{B645C6F3-0949-AE79-6D2F-24AEFA761DD5}"/>
          </ac:spMkLst>
        </pc:spChg>
        <pc:spChg chg="mod">
          <ac:chgData name="Hebrida Neto" userId="c146294335f3bfc0" providerId="LiveId" clId="{B272D936-58F0-4904-8A4C-77A85B764A1A}" dt="2026-03-03T02:20:27.232" v="3062"/>
          <ac:spMkLst>
            <pc:docMk/>
            <pc:sldMk cId="272044634" sldId="344"/>
            <ac:spMk id="13" creationId="{9F1811B4-B365-AF0E-43B3-BA34BE9AE31F}"/>
          </ac:spMkLst>
        </pc:spChg>
        <pc:grpChg chg="mod">
          <ac:chgData name="Hebrida Neto" userId="c146294335f3bfc0" providerId="LiveId" clId="{B272D936-58F0-4904-8A4C-77A85B764A1A}" dt="2026-03-03T02:20:27.232" v="3062"/>
          <ac:grpSpMkLst>
            <pc:docMk/>
            <pc:sldMk cId="272044634" sldId="344"/>
            <ac:grpSpMk id="2" creationId="{CC74C1BC-B070-E937-8F88-CDD34DDD9BD9}"/>
          </ac:grpSpMkLst>
        </pc:grpChg>
        <pc:grpChg chg="mod">
          <ac:chgData name="Hebrida Neto" userId="c146294335f3bfc0" providerId="LiveId" clId="{B272D936-58F0-4904-8A4C-77A85B764A1A}" dt="2026-03-03T02:20:27.232" v="3062"/>
          <ac:grpSpMkLst>
            <pc:docMk/>
            <pc:sldMk cId="272044634" sldId="344"/>
            <ac:grpSpMk id="3" creationId="{C1280217-B647-ECEC-1A02-8FBAB16471AC}"/>
          </ac:grpSpMkLst>
        </pc:grpChg>
        <pc:grpChg chg="mod">
          <ac:chgData name="Hebrida Neto" userId="c146294335f3bfc0" providerId="LiveId" clId="{B272D936-58F0-4904-8A4C-77A85B764A1A}" dt="2026-03-03T02:20:27.232" v="3062"/>
          <ac:grpSpMkLst>
            <pc:docMk/>
            <pc:sldMk cId="272044634" sldId="344"/>
            <ac:grpSpMk id="6" creationId="{99D31FA2-D09F-18AD-41B3-F3460ECC2BF0}"/>
          </ac:grpSpMkLst>
        </pc:grpChg>
        <pc:cxnChg chg="mod">
          <ac:chgData name="Hebrida Neto" userId="c146294335f3bfc0" providerId="LiveId" clId="{B272D936-58F0-4904-8A4C-77A85B764A1A}" dt="2026-03-03T02:20:27.232" v="3062"/>
          <ac:cxnSpMkLst>
            <pc:docMk/>
            <pc:sldMk cId="272044634" sldId="344"/>
            <ac:cxnSpMk id="14" creationId="{E7936925-D457-9E8B-23FA-33BBE474B4DF}"/>
          </ac:cxnSpMkLst>
        </pc:cxnChg>
      </pc:sldChg>
      <pc:sldChg chg="modSp add mod ord">
        <pc:chgData name="Hebrida Neto" userId="c146294335f3bfc0" providerId="LiveId" clId="{B272D936-58F0-4904-8A4C-77A85B764A1A}" dt="2026-03-03T00:31:52.713" v="579"/>
        <pc:sldMkLst>
          <pc:docMk/>
          <pc:sldMk cId="207457502" sldId="345"/>
        </pc:sldMkLst>
        <pc:spChg chg="mod">
          <ac:chgData name="Hebrida Neto" userId="c146294335f3bfc0" providerId="LiveId" clId="{B272D936-58F0-4904-8A4C-77A85B764A1A}" dt="2026-03-02T10:12:33.147" v="237"/>
          <ac:spMkLst>
            <pc:docMk/>
            <pc:sldMk cId="207457502" sldId="345"/>
            <ac:spMk id="4" creationId="{004C6243-C0F0-F29A-5769-FE822EA59D64}"/>
          </ac:spMkLst>
        </pc:spChg>
        <pc:spChg chg="mod">
          <ac:chgData name="Hebrida Neto" userId="c146294335f3bfc0" providerId="LiveId" clId="{B272D936-58F0-4904-8A4C-77A85B764A1A}" dt="2026-03-02T10:13:01.309" v="244" actId="20577"/>
          <ac:spMkLst>
            <pc:docMk/>
            <pc:sldMk cId="207457502" sldId="345"/>
            <ac:spMk id="5" creationId="{0551CD22-5321-AC93-9450-328CBFF9BB7A}"/>
          </ac:spMkLst>
        </pc:spChg>
        <pc:spChg chg="mod">
          <ac:chgData name="Hebrida Neto" userId="c146294335f3bfc0" providerId="LiveId" clId="{B272D936-58F0-4904-8A4C-77A85B764A1A}" dt="2026-03-02T10:12:33.147" v="237"/>
          <ac:spMkLst>
            <pc:docMk/>
            <pc:sldMk cId="207457502" sldId="345"/>
            <ac:spMk id="13" creationId="{B8B9B81C-E930-55CA-E133-F0E9E5958DBC}"/>
          </ac:spMkLst>
        </pc:spChg>
        <pc:grpChg chg="mod">
          <ac:chgData name="Hebrida Neto" userId="c146294335f3bfc0" providerId="LiveId" clId="{B272D936-58F0-4904-8A4C-77A85B764A1A}" dt="2026-03-02T10:12:33.147" v="237"/>
          <ac:grpSpMkLst>
            <pc:docMk/>
            <pc:sldMk cId="207457502" sldId="345"/>
            <ac:grpSpMk id="2" creationId="{DFE5977C-FBB2-0AB2-7021-7193CB670D56}"/>
          </ac:grpSpMkLst>
        </pc:grpChg>
        <pc:grpChg chg="mod">
          <ac:chgData name="Hebrida Neto" userId="c146294335f3bfc0" providerId="LiveId" clId="{B272D936-58F0-4904-8A4C-77A85B764A1A}" dt="2026-03-02T10:12:33.147" v="237"/>
          <ac:grpSpMkLst>
            <pc:docMk/>
            <pc:sldMk cId="207457502" sldId="345"/>
            <ac:grpSpMk id="3" creationId="{2B85EFBE-344F-B2F1-E401-4EDC9F2DF36A}"/>
          </ac:grpSpMkLst>
        </pc:grpChg>
        <pc:grpChg chg="mod">
          <ac:chgData name="Hebrida Neto" userId="c146294335f3bfc0" providerId="LiveId" clId="{B272D936-58F0-4904-8A4C-77A85B764A1A}" dt="2026-03-02T10:12:33.147" v="237"/>
          <ac:grpSpMkLst>
            <pc:docMk/>
            <pc:sldMk cId="207457502" sldId="345"/>
            <ac:grpSpMk id="6" creationId="{A2D0492F-1CA0-8070-498C-299A7622B6E3}"/>
          </ac:grpSpMkLst>
        </pc:grpChg>
        <pc:cxnChg chg="mod">
          <ac:chgData name="Hebrida Neto" userId="c146294335f3bfc0" providerId="LiveId" clId="{B272D936-58F0-4904-8A4C-77A85B764A1A}" dt="2026-03-02T10:12:33.147" v="237"/>
          <ac:cxnSpMkLst>
            <pc:docMk/>
            <pc:sldMk cId="207457502" sldId="345"/>
            <ac:cxnSpMk id="14" creationId="{F12C1A8A-F197-845F-A961-786B4B178D17}"/>
          </ac:cxnSpMkLst>
        </pc:cxnChg>
      </pc:sldChg>
      <pc:sldChg chg="modSp add mod">
        <pc:chgData name="Hebrida Neto" userId="c146294335f3bfc0" providerId="LiveId" clId="{B272D936-58F0-4904-8A4C-77A85B764A1A}" dt="2026-03-03T00:33:12.180" v="582" actId="20577"/>
        <pc:sldMkLst>
          <pc:docMk/>
          <pc:sldMk cId="4224801536" sldId="346"/>
        </pc:sldMkLst>
        <pc:spChg chg="mod">
          <ac:chgData name="Hebrida Neto" userId="c146294335f3bfc0" providerId="LiveId" clId="{B272D936-58F0-4904-8A4C-77A85B764A1A}" dt="2026-03-02T10:14:40.202" v="266"/>
          <ac:spMkLst>
            <pc:docMk/>
            <pc:sldMk cId="4224801536" sldId="346"/>
            <ac:spMk id="4" creationId="{B7B8C3D1-A904-3A83-CE02-CB43D8BB6364}"/>
          </ac:spMkLst>
        </pc:spChg>
        <pc:spChg chg="mod">
          <ac:chgData name="Hebrida Neto" userId="c146294335f3bfc0" providerId="LiveId" clId="{B272D936-58F0-4904-8A4C-77A85B764A1A}" dt="2026-03-03T00:33:12.180" v="582" actId="20577"/>
          <ac:spMkLst>
            <pc:docMk/>
            <pc:sldMk cId="4224801536" sldId="346"/>
            <ac:spMk id="5" creationId="{2DA770EA-75D8-5275-6C24-18DD3FEEEE47}"/>
          </ac:spMkLst>
        </pc:spChg>
        <pc:spChg chg="mod">
          <ac:chgData name="Hebrida Neto" userId="c146294335f3bfc0" providerId="LiveId" clId="{B272D936-58F0-4904-8A4C-77A85B764A1A}" dt="2026-03-02T10:14:40.202" v="266"/>
          <ac:spMkLst>
            <pc:docMk/>
            <pc:sldMk cId="4224801536" sldId="346"/>
            <ac:spMk id="13" creationId="{5AA2089D-F046-908B-C23F-837551D17022}"/>
          </ac:spMkLst>
        </pc:spChg>
        <pc:grpChg chg="mod">
          <ac:chgData name="Hebrida Neto" userId="c146294335f3bfc0" providerId="LiveId" clId="{B272D936-58F0-4904-8A4C-77A85B764A1A}" dt="2026-03-02T10:14:40.202" v="266"/>
          <ac:grpSpMkLst>
            <pc:docMk/>
            <pc:sldMk cId="4224801536" sldId="346"/>
            <ac:grpSpMk id="2" creationId="{EFFACC28-9D3D-02BA-2603-634310AE08CA}"/>
          </ac:grpSpMkLst>
        </pc:grpChg>
        <pc:grpChg chg="mod">
          <ac:chgData name="Hebrida Neto" userId="c146294335f3bfc0" providerId="LiveId" clId="{B272D936-58F0-4904-8A4C-77A85B764A1A}" dt="2026-03-02T10:14:40.202" v="266"/>
          <ac:grpSpMkLst>
            <pc:docMk/>
            <pc:sldMk cId="4224801536" sldId="346"/>
            <ac:grpSpMk id="3" creationId="{05F60FE8-93CD-F453-CAED-829E2C488B66}"/>
          </ac:grpSpMkLst>
        </pc:grpChg>
        <pc:grpChg chg="mod">
          <ac:chgData name="Hebrida Neto" userId="c146294335f3bfc0" providerId="LiveId" clId="{B272D936-58F0-4904-8A4C-77A85B764A1A}" dt="2026-03-02T10:14:40.202" v="266"/>
          <ac:grpSpMkLst>
            <pc:docMk/>
            <pc:sldMk cId="4224801536" sldId="346"/>
            <ac:grpSpMk id="6" creationId="{49B112F1-1647-2B44-11AD-D288F6CB435C}"/>
          </ac:grpSpMkLst>
        </pc:grpChg>
        <pc:cxnChg chg="mod">
          <ac:chgData name="Hebrida Neto" userId="c146294335f3bfc0" providerId="LiveId" clId="{B272D936-58F0-4904-8A4C-77A85B764A1A}" dt="2026-03-02T10:14:40.202" v="266"/>
          <ac:cxnSpMkLst>
            <pc:docMk/>
            <pc:sldMk cId="4224801536" sldId="346"/>
            <ac:cxnSpMk id="14" creationId="{6D67E519-820E-925B-E045-49F7D5627EC0}"/>
          </ac:cxnSpMkLst>
        </pc:cxnChg>
      </pc:sldChg>
      <pc:sldChg chg="modSp add mod">
        <pc:chgData name="Hebrida Neto" userId="c146294335f3bfc0" providerId="LiveId" clId="{B272D936-58F0-4904-8A4C-77A85B764A1A}" dt="2026-03-03T00:33:32.206" v="585" actId="20577"/>
        <pc:sldMkLst>
          <pc:docMk/>
          <pc:sldMk cId="1341398930" sldId="347"/>
        </pc:sldMkLst>
        <pc:spChg chg="mod">
          <ac:chgData name="Hebrida Neto" userId="c146294335f3bfc0" providerId="LiveId" clId="{B272D936-58F0-4904-8A4C-77A85B764A1A}" dt="2026-03-03T00:18:28.314" v="324"/>
          <ac:spMkLst>
            <pc:docMk/>
            <pc:sldMk cId="1341398930" sldId="347"/>
            <ac:spMk id="4" creationId="{B4BB1D46-390D-EDEF-CB3D-5AC3F2B49529}"/>
          </ac:spMkLst>
        </pc:spChg>
        <pc:spChg chg="mod">
          <ac:chgData name="Hebrida Neto" userId="c146294335f3bfc0" providerId="LiveId" clId="{B272D936-58F0-4904-8A4C-77A85B764A1A}" dt="2026-03-03T00:33:32.206" v="585" actId="20577"/>
          <ac:spMkLst>
            <pc:docMk/>
            <pc:sldMk cId="1341398930" sldId="347"/>
            <ac:spMk id="5" creationId="{F49F193D-2BE0-1569-DD7D-C60D789AB62A}"/>
          </ac:spMkLst>
        </pc:spChg>
        <pc:spChg chg="mod">
          <ac:chgData name="Hebrida Neto" userId="c146294335f3bfc0" providerId="LiveId" clId="{B272D936-58F0-4904-8A4C-77A85B764A1A}" dt="2026-03-03T00:18:28.314" v="324"/>
          <ac:spMkLst>
            <pc:docMk/>
            <pc:sldMk cId="1341398930" sldId="347"/>
            <ac:spMk id="13" creationId="{90014BEC-F8E9-3A42-22FF-7300E5D7F363}"/>
          </ac:spMkLst>
        </pc:spChg>
        <pc:grpChg chg="mod">
          <ac:chgData name="Hebrida Neto" userId="c146294335f3bfc0" providerId="LiveId" clId="{B272D936-58F0-4904-8A4C-77A85B764A1A}" dt="2026-03-03T00:18:28.314" v="324"/>
          <ac:grpSpMkLst>
            <pc:docMk/>
            <pc:sldMk cId="1341398930" sldId="347"/>
            <ac:grpSpMk id="2" creationId="{9AAEC366-50B8-EEA9-A1D9-FC82F3A30168}"/>
          </ac:grpSpMkLst>
        </pc:grpChg>
        <pc:grpChg chg="mod">
          <ac:chgData name="Hebrida Neto" userId="c146294335f3bfc0" providerId="LiveId" clId="{B272D936-58F0-4904-8A4C-77A85B764A1A}" dt="2026-03-03T00:18:28.314" v="324"/>
          <ac:grpSpMkLst>
            <pc:docMk/>
            <pc:sldMk cId="1341398930" sldId="347"/>
            <ac:grpSpMk id="3" creationId="{E1F579C6-CDCC-87F2-3A80-DB2C02EDFD3A}"/>
          </ac:grpSpMkLst>
        </pc:grpChg>
        <pc:grpChg chg="mod">
          <ac:chgData name="Hebrida Neto" userId="c146294335f3bfc0" providerId="LiveId" clId="{B272D936-58F0-4904-8A4C-77A85B764A1A}" dt="2026-03-03T00:18:28.314" v="324"/>
          <ac:grpSpMkLst>
            <pc:docMk/>
            <pc:sldMk cId="1341398930" sldId="347"/>
            <ac:grpSpMk id="6" creationId="{10FD0B1C-D171-B315-72F2-F483B773B0DC}"/>
          </ac:grpSpMkLst>
        </pc:grpChg>
        <pc:cxnChg chg="mod">
          <ac:chgData name="Hebrida Neto" userId="c146294335f3bfc0" providerId="LiveId" clId="{B272D936-58F0-4904-8A4C-77A85B764A1A}" dt="2026-03-03T00:18:28.314" v="324"/>
          <ac:cxnSpMkLst>
            <pc:docMk/>
            <pc:sldMk cId="1341398930" sldId="347"/>
            <ac:cxnSpMk id="14" creationId="{5112345A-62E4-0281-99CC-90678353463D}"/>
          </ac:cxnSpMkLst>
        </pc:cxnChg>
      </pc:sldChg>
      <pc:sldChg chg="modSp add mod">
        <pc:chgData name="Hebrida Neto" userId="c146294335f3bfc0" providerId="LiveId" clId="{B272D936-58F0-4904-8A4C-77A85B764A1A}" dt="2026-03-03T00:33:46.928" v="586" actId="2711"/>
        <pc:sldMkLst>
          <pc:docMk/>
          <pc:sldMk cId="1090068895" sldId="348"/>
        </pc:sldMkLst>
        <pc:spChg chg="mod">
          <ac:chgData name="Hebrida Neto" userId="c146294335f3bfc0" providerId="LiveId" clId="{B272D936-58F0-4904-8A4C-77A85B764A1A}" dt="2026-03-03T00:20:48.748" v="369"/>
          <ac:spMkLst>
            <pc:docMk/>
            <pc:sldMk cId="1090068895" sldId="348"/>
            <ac:spMk id="4" creationId="{86628B52-0070-CA03-FDC3-38D49EC91D2B}"/>
          </ac:spMkLst>
        </pc:spChg>
        <pc:spChg chg="mod">
          <ac:chgData name="Hebrida Neto" userId="c146294335f3bfc0" providerId="LiveId" clId="{B272D936-58F0-4904-8A4C-77A85B764A1A}" dt="2026-03-03T00:33:46.928" v="586" actId="2711"/>
          <ac:spMkLst>
            <pc:docMk/>
            <pc:sldMk cId="1090068895" sldId="348"/>
            <ac:spMk id="5" creationId="{43872450-A19D-6A85-8C3E-2F0309B16434}"/>
          </ac:spMkLst>
        </pc:spChg>
        <pc:spChg chg="mod">
          <ac:chgData name="Hebrida Neto" userId="c146294335f3bfc0" providerId="LiveId" clId="{B272D936-58F0-4904-8A4C-77A85B764A1A}" dt="2026-03-03T00:21:19.704" v="373" actId="1076"/>
          <ac:spMkLst>
            <pc:docMk/>
            <pc:sldMk cId="1090068895" sldId="348"/>
            <ac:spMk id="12" creationId="{7C8CD11D-4785-E519-9D9F-F1C168ECCDDD}"/>
          </ac:spMkLst>
        </pc:spChg>
        <pc:spChg chg="mod">
          <ac:chgData name="Hebrida Neto" userId="c146294335f3bfc0" providerId="LiveId" clId="{B272D936-58F0-4904-8A4C-77A85B764A1A}" dt="2026-03-03T00:20:48.748" v="369"/>
          <ac:spMkLst>
            <pc:docMk/>
            <pc:sldMk cId="1090068895" sldId="348"/>
            <ac:spMk id="13" creationId="{C6263224-B6D7-32CE-D6F4-F558B31342F3}"/>
          </ac:spMkLst>
        </pc:spChg>
        <pc:grpChg chg="mod">
          <ac:chgData name="Hebrida Neto" userId="c146294335f3bfc0" providerId="LiveId" clId="{B272D936-58F0-4904-8A4C-77A85B764A1A}" dt="2026-03-03T00:20:48.748" v="369"/>
          <ac:grpSpMkLst>
            <pc:docMk/>
            <pc:sldMk cId="1090068895" sldId="348"/>
            <ac:grpSpMk id="2" creationId="{A14DAE4C-90C0-1AD0-08E0-2C13A86F177E}"/>
          </ac:grpSpMkLst>
        </pc:grpChg>
        <pc:grpChg chg="mod">
          <ac:chgData name="Hebrida Neto" userId="c146294335f3bfc0" providerId="LiveId" clId="{B272D936-58F0-4904-8A4C-77A85B764A1A}" dt="2026-03-03T00:20:48.748" v="369"/>
          <ac:grpSpMkLst>
            <pc:docMk/>
            <pc:sldMk cId="1090068895" sldId="348"/>
            <ac:grpSpMk id="3" creationId="{2A675459-C3FD-DD0D-0143-5AADBA10CD28}"/>
          </ac:grpSpMkLst>
        </pc:grpChg>
        <pc:grpChg chg="mod">
          <ac:chgData name="Hebrida Neto" userId="c146294335f3bfc0" providerId="LiveId" clId="{B272D936-58F0-4904-8A4C-77A85B764A1A}" dt="2026-03-03T00:20:48.748" v="369"/>
          <ac:grpSpMkLst>
            <pc:docMk/>
            <pc:sldMk cId="1090068895" sldId="348"/>
            <ac:grpSpMk id="6" creationId="{5DEEC51B-153A-E89D-1326-BC60A0AB791A}"/>
          </ac:grpSpMkLst>
        </pc:grpChg>
        <pc:cxnChg chg="mod">
          <ac:chgData name="Hebrida Neto" userId="c146294335f3bfc0" providerId="LiveId" clId="{B272D936-58F0-4904-8A4C-77A85B764A1A}" dt="2026-03-03T00:20:48.748" v="369"/>
          <ac:cxnSpMkLst>
            <pc:docMk/>
            <pc:sldMk cId="1090068895" sldId="348"/>
            <ac:cxnSpMk id="14" creationId="{78453393-218A-C837-C5BA-A56DFA086639}"/>
          </ac:cxnSpMkLst>
        </pc:cxnChg>
      </pc:sldChg>
      <pc:sldChg chg="modSp add mod">
        <pc:chgData name="Hebrida Neto" userId="c146294335f3bfc0" providerId="LiveId" clId="{B272D936-58F0-4904-8A4C-77A85B764A1A}" dt="2026-03-03T00:33:55.100" v="587" actId="2711"/>
        <pc:sldMkLst>
          <pc:docMk/>
          <pc:sldMk cId="2852646672" sldId="349"/>
        </pc:sldMkLst>
        <pc:spChg chg="mod">
          <ac:chgData name="Hebrida Neto" userId="c146294335f3bfc0" providerId="LiveId" clId="{B272D936-58F0-4904-8A4C-77A85B764A1A}" dt="2026-03-03T00:23:00.119" v="426"/>
          <ac:spMkLst>
            <pc:docMk/>
            <pc:sldMk cId="2852646672" sldId="349"/>
            <ac:spMk id="4" creationId="{9BB91097-4650-FB14-07E7-9C938D1E65A5}"/>
          </ac:spMkLst>
        </pc:spChg>
        <pc:spChg chg="mod">
          <ac:chgData name="Hebrida Neto" userId="c146294335f3bfc0" providerId="LiveId" clId="{B272D936-58F0-4904-8A4C-77A85B764A1A}" dt="2026-03-03T00:33:55.100" v="587" actId="2711"/>
          <ac:spMkLst>
            <pc:docMk/>
            <pc:sldMk cId="2852646672" sldId="349"/>
            <ac:spMk id="5" creationId="{0423E87A-20A0-56F8-E558-B47A46E9D626}"/>
          </ac:spMkLst>
        </pc:spChg>
        <pc:spChg chg="mod">
          <ac:chgData name="Hebrida Neto" userId="c146294335f3bfc0" providerId="LiveId" clId="{B272D936-58F0-4904-8A4C-77A85B764A1A}" dt="2026-03-03T00:23:00.119" v="426"/>
          <ac:spMkLst>
            <pc:docMk/>
            <pc:sldMk cId="2852646672" sldId="349"/>
            <ac:spMk id="13" creationId="{A184E653-9E78-1855-DA2E-4C8D035C073E}"/>
          </ac:spMkLst>
        </pc:spChg>
        <pc:grpChg chg="mod">
          <ac:chgData name="Hebrida Neto" userId="c146294335f3bfc0" providerId="LiveId" clId="{B272D936-58F0-4904-8A4C-77A85B764A1A}" dt="2026-03-03T00:23:00.119" v="426"/>
          <ac:grpSpMkLst>
            <pc:docMk/>
            <pc:sldMk cId="2852646672" sldId="349"/>
            <ac:grpSpMk id="2" creationId="{EA43CF27-2E36-6EF3-29CE-817B846E5630}"/>
          </ac:grpSpMkLst>
        </pc:grpChg>
        <pc:grpChg chg="mod">
          <ac:chgData name="Hebrida Neto" userId="c146294335f3bfc0" providerId="LiveId" clId="{B272D936-58F0-4904-8A4C-77A85B764A1A}" dt="2026-03-03T00:23:00.119" v="426"/>
          <ac:grpSpMkLst>
            <pc:docMk/>
            <pc:sldMk cId="2852646672" sldId="349"/>
            <ac:grpSpMk id="3" creationId="{4FE03DEC-6E4A-44DF-9031-76A841006ABE}"/>
          </ac:grpSpMkLst>
        </pc:grpChg>
        <pc:grpChg chg="mod">
          <ac:chgData name="Hebrida Neto" userId="c146294335f3bfc0" providerId="LiveId" clId="{B272D936-58F0-4904-8A4C-77A85B764A1A}" dt="2026-03-03T00:23:00.119" v="426"/>
          <ac:grpSpMkLst>
            <pc:docMk/>
            <pc:sldMk cId="2852646672" sldId="349"/>
            <ac:grpSpMk id="6" creationId="{D952FE16-6998-3827-CD64-123925E2F9A0}"/>
          </ac:grpSpMkLst>
        </pc:grpChg>
        <pc:cxnChg chg="mod">
          <ac:chgData name="Hebrida Neto" userId="c146294335f3bfc0" providerId="LiveId" clId="{B272D936-58F0-4904-8A4C-77A85B764A1A}" dt="2026-03-03T00:23:00.119" v="426"/>
          <ac:cxnSpMkLst>
            <pc:docMk/>
            <pc:sldMk cId="2852646672" sldId="349"/>
            <ac:cxnSpMk id="14" creationId="{2F67EFED-4052-35DC-344A-4FC30494C125}"/>
          </ac:cxnSpMkLst>
        </pc:cxnChg>
      </pc:sldChg>
      <pc:sldChg chg="modSp add mod">
        <pc:chgData name="Hebrida Neto" userId="c146294335f3bfc0" providerId="LiveId" clId="{B272D936-58F0-4904-8A4C-77A85B764A1A}" dt="2026-03-03T00:34:08.229" v="588" actId="2711"/>
        <pc:sldMkLst>
          <pc:docMk/>
          <pc:sldMk cId="2342645612" sldId="350"/>
        </pc:sldMkLst>
        <pc:spChg chg="mod">
          <ac:chgData name="Hebrida Neto" userId="c146294335f3bfc0" providerId="LiveId" clId="{B272D936-58F0-4904-8A4C-77A85B764A1A}" dt="2026-03-03T00:24:45.664" v="460"/>
          <ac:spMkLst>
            <pc:docMk/>
            <pc:sldMk cId="2342645612" sldId="350"/>
            <ac:spMk id="4" creationId="{63F02DDC-074C-A3C8-F611-4C64B51357B5}"/>
          </ac:spMkLst>
        </pc:spChg>
        <pc:spChg chg="mod">
          <ac:chgData name="Hebrida Neto" userId="c146294335f3bfc0" providerId="LiveId" clId="{B272D936-58F0-4904-8A4C-77A85B764A1A}" dt="2026-03-03T00:34:08.229" v="588" actId="2711"/>
          <ac:spMkLst>
            <pc:docMk/>
            <pc:sldMk cId="2342645612" sldId="350"/>
            <ac:spMk id="5" creationId="{C600092F-F82C-26CB-0F8F-288AB11134B6}"/>
          </ac:spMkLst>
        </pc:spChg>
        <pc:spChg chg="mod">
          <ac:chgData name="Hebrida Neto" userId="c146294335f3bfc0" providerId="LiveId" clId="{B272D936-58F0-4904-8A4C-77A85B764A1A}" dt="2026-03-03T00:24:45.664" v="460"/>
          <ac:spMkLst>
            <pc:docMk/>
            <pc:sldMk cId="2342645612" sldId="350"/>
            <ac:spMk id="13" creationId="{49C07403-DD64-5C05-6166-E4F1EDAE14BE}"/>
          </ac:spMkLst>
        </pc:spChg>
        <pc:grpChg chg="mod">
          <ac:chgData name="Hebrida Neto" userId="c146294335f3bfc0" providerId="LiveId" clId="{B272D936-58F0-4904-8A4C-77A85B764A1A}" dt="2026-03-03T00:24:45.664" v="460"/>
          <ac:grpSpMkLst>
            <pc:docMk/>
            <pc:sldMk cId="2342645612" sldId="350"/>
            <ac:grpSpMk id="2" creationId="{1DAB1AAF-C7CE-0617-803D-5AEAA052321E}"/>
          </ac:grpSpMkLst>
        </pc:grpChg>
        <pc:grpChg chg="mod">
          <ac:chgData name="Hebrida Neto" userId="c146294335f3bfc0" providerId="LiveId" clId="{B272D936-58F0-4904-8A4C-77A85B764A1A}" dt="2026-03-03T00:24:45.664" v="460"/>
          <ac:grpSpMkLst>
            <pc:docMk/>
            <pc:sldMk cId="2342645612" sldId="350"/>
            <ac:grpSpMk id="3" creationId="{8AC23136-29F9-334E-1AA0-30CBF5885C85}"/>
          </ac:grpSpMkLst>
        </pc:grpChg>
        <pc:grpChg chg="mod">
          <ac:chgData name="Hebrida Neto" userId="c146294335f3bfc0" providerId="LiveId" clId="{B272D936-58F0-4904-8A4C-77A85B764A1A}" dt="2026-03-03T00:24:45.664" v="460"/>
          <ac:grpSpMkLst>
            <pc:docMk/>
            <pc:sldMk cId="2342645612" sldId="350"/>
            <ac:grpSpMk id="6" creationId="{6234B2B0-5E79-9DB3-6E96-28C5BB8355AF}"/>
          </ac:grpSpMkLst>
        </pc:grpChg>
        <pc:cxnChg chg="mod">
          <ac:chgData name="Hebrida Neto" userId="c146294335f3bfc0" providerId="LiveId" clId="{B272D936-58F0-4904-8A4C-77A85B764A1A}" dt="2026-03-03T00:24:45.664" v="460"/>
          <ac:cxnSpMkLst>
            <pc:docMk/>
            <pc:sldMk cId="2342645612" sldId="350"/>
            <ac:cxnSpMk id="14" creationId="{B216E344-F807-203A-FC4F-D41040F192AE}"/>
          </ac:cxnSpMkLst>
        </pc:cxnChg>
      </pc:sldChg>
      <pc:sldChg chg="modSp add mod">
        <pc:chgData name="Hebrida Neto" userId="c146294335f3bfc0" providerId="LiveId" clId="{B272D936-58F0-4904-8A4C-77A85B764A1A}" dt="2026-03-03T00:34:17.424" v="589" actId="2711"/>
        <pc:sldMkLst>
          <pc:docMk/>
          <pc:sldMk cId="1684496492" sldId="351"/>
        </pc:sldMkLst>
        <pc:spChg chg="mod">
          <ac:chgData name="Hebrida Neto" userId="c146294335f3bfc0" providerId="LiveId" clId="{B272D936-58F0-4904-8A4C-77A85B764A1A}" dt="2026-03-03T00:27:03.215" v="499"/>
          <ac:spMkLst>
            <pc:docMk/>
            <pc:sldMk cId="1684496492" sldId="351"/>
            <ac:spMk id="4" creationId="{0783CF97-FB9E-CF71-87AB-73EDABD1746D}"/>
          </ac:spMkLst>
        </pc:spChg>
        <pc:spChg chg="mod">
          <ac:chgData name="Hebrida Neto" userId="c146294335f3bfc0" providerId="LiveId" clId="{B272D936-58F0-4904-8A4C-77A85B764A1A}" dt="2026-03-03T00:34:17.424" v="589" actId="2711"/>
          <ac:spMkLst>
            <pc:docMk/>
            <pc:sldMk cId="1684496492" sldId="351"/>
            <ac:spMk id="5" creationId="{2F09AD23-08F6-6932-DD5D-987683EDD4FD}"/>
          </ac:spMkLst>
        </pc:spChg>
        <pc:spChg chg="mod">
          <ac:chgData name="Hebrida Neto" userId="c146294335f3bfc0" providerId="LiveId" clId="{B272D936-58F0-4904-8A4C-77A85B764A1A}" dt="2026-03-03T00:27:03.215" v="499"/>
          <ac:spMkLst>
            <pc:docMk/>
            <pc:sldMk cId="1684496492" sldId="351"/>
            <ac:spMk id="13" creationId="{C3D6DD19-6769-65FF-4513-830315884FEA}"/>
          </ac:spMkLst>
        </pc:spChg>
        <pc:grpChg chg="mod">
          <ac:chgData name="Hebrida Neto" userId="c146294335f3bfc0" providerId="LiveId" clId="{B272D936-58F0-4904-8A4C-77A85B764A1A}" dt="2026-03-03T00:27:03.215" v="499"/>
          <ac:grpSpMkLst>
            <pc:docMk/>
            <pc:sldMk cId="1684496492" sldId="351"/>
            <ac:grpSpMk id="2" creationId="{13339731-7574-E1CC-F28E-57A24B34B066}"/>
          </ac:grpSpMkLst>
        </pc:grpChg>
        <pc:grpChg chg="mod">
          <ac:chgData name="Hebrida Neto" userId="c146294335f3bfc0" providerId="LiveId" clId="{B272D936-58F0-4904-8A4C-77A85B764A1A}" dt="2026-03-03T00:27:03.215" v="499"/>
          <ac:grpSpMkLst>
            <pc:docMk/>
            <pc:sldMk cId="1684496492" sldId="351"/>
            <ac:grpSpMk id="3" creationId="{2B5A4BED-DD26-B29D-C8E7-90510D63D41F}"/>
          </ac:grpSpMkLst>
        </pc:grpChg>
        <pc:grpChg chg="mod">
          <ac:chgData name="Hebrida Neto" userId="c146294335f3bfc0" providerId="LiveId" clId="{B272D936-58F0-4904-8A4C-77A85B764A1A}" dt="2026-03-03T00:27:03.215" v="499"/>
          <ac:grpSpMkLst>
            <pc:docMk/>
            <pc:sldMk cId="1684496492" sldId="351"/>
            <ac:grpSpMk id="6" creationId="{3914DF4B-6F5F-AE12-185A-2419BB034E13}"/>
          </ac:grpSpMkLst>
        </pc:grpChg>
        <pc:cxnChg chg="mod">
          <ac:chgData name="Hebrida Neto" userId="c146294335f3bfc0" providerId="LiveId" clId="{B272D936-58F0-4904-8A4C-77A85B764A1A}" dt="2026-03-03T00:27:03.215" v="499"/>
          <ac:cxnSpMkLst>
            <pc:docMk/>
            <pc:sldMk cId="1684496492" sldId="351"/>
            <ac:cxnSpMk id="14" creationId="{8BA6107A-1EAC-0264-56B8-33313A0844F8}"/>
          </ac:cxnSpMkLst>
        </pc:cxnChg>
      </pc:sldChg>
      <pc:sldChg chg="modSp add mod">
        <pc:chgData name="Hebrida Neto" userId="c146294335f3bfc0" providerId="LiveId" clId="{B272D936-58F0-4904-8A4C-77A85B764A1A}" dt="2026-03-03T00:34:26.742" v="590" actId="2711"/>
        <pc:sldMkLst>
          <pc:docMk/>
          <pc:sldMk cId="4178613257" sldId="352"/>
        </pc:sldMkLst>
        <pc:spChg chg="mod">
          <ac:chgData name="Hebrida Neto" userId="c146294335f3bfc0" providerId="LiveId" clId="{B272D936-58F0-4904-8A4C-77A85B764A1A}" dt="2026-03-03T00:28:48.607" v="533"/>
          <ac:spMkLst>
            <pc:docMk/>
            <pc:sldMk cId="4178613257" sldId="352"/>
            <ac:spMk id="4" creationId="{D9BD198D-91B1-F074-D72A-0CF958547E9B}"/>
          </ac:spMkLst>
        </pc:spChg>
        <pc:spChg chg="mod">
          <ac:chgData name="Hebrida Neto" userId="c146294335f3bfc0" providerId="LiveId" clId="{B272D936-58F0-4904-8A4C-77A85B764A1A}" dt="2026-03-03T00:34:26.742" v="590" actId="2711"/>
          <ac:spMkLst>
            <pc:docMk/>
            <pc:sldMk cId="4178613257" sldId="352"/>
            <ac:spMk id="5" creationId="{FBD1A454-F56E-58A2-E424-0860FB5B0C35}"/>
          </ac:spMkLst>
        </pc:spChg>
        <pc:spChg chg="mod">
          <ac:chgData name="Hebrida Neto" userId="c146294335f3bfc0" providerId="LiveId" clId="{B272D936-58F0-4904-8A4C-77A85B764A1A}" dt="2026-03-03T00:28:48.607" v="533"/>
          <ac:spMkLst>
            <pc:docMk/>
            <pc:sldMk cId="4178613257" sldId="352"/>
            <ac:spMk id="13" creationId="{A13DAF12-C150-EA15-048A-5A4828CEB3FD}"/>
          </ac:spMkLst>
        </pc:spChg>
        <pc:grpChg chg="mod">
          <ac:chgData name="Hebrida Neto" userId="c146294335f3bfc0" providerId="LiveId" clId="{B272D936-58F0-4904-8A4C-77A85B764A1A}" dt="2026-03-03T00:28:48.607" v="533"/>
          <ac:grpSpMkLst>
            <pc:docMk/>
            <pc:sldMk cId="4178613257" sldId="352"/>
            <ac:grpSpMk id="2" creationId="{BF33B931-9C87-7604-BBB2-0E5C28EABF5D}"/>
          </ac:grpSpMkLst>
        </pc:grpChg>
        <pc:grpChg chg="mod">
          <ac:chgData name="Hebrida Neto" userId="c146294335f3bfc0" providerId="LiveId" clId="{B272D936-58F0-4904-8A4C-77A85B764A1A}" dt="2026-03-03T00:28:48.607" v="533"/>
          <ac:grpSpMkLst>
            <pc:docMk/>
            <pc:sldMk cId="4178613257" sldId="352"/>
            <ac:grpSpMk id="3" creationId="{215CC13F-FD22-A899-D2F2-7E61A9EF470E}"/>
          </ac:grpSpMkLst>
        </pc:grpChg>
        <pc:grpChg chg="mod">
          <ac:chgData name="Hebrida Neto" userId="c146294335f3bfc0" providerId="LiveId" clId="{B272D936-58F0-4904-8A4C-77A85B764A1A}" dt="2026-03-03T00:28:48.607" v="533"/>
          <ac:grpSpMkLst>
            <pc:docMk/>
            <pc:sldMk cId="4178613257" sldId="352"/>
            <ac:grpSpMk id="6" creationId="{FBE5FF51-416E-9B76-4F42-BFCDC3C1924F}"/>
          </ac:grpSpMkLst>
        </pc:grpChg>
        <pc:cxnChg chg="mod">
          <ac:chgData name="Hebrida Neto" userId="c146294335f3bfc0" providerId="LiveId" clId="{B272D936-58F0-4904-8A4C-77A85B764A1A}" dt="2026-03-03T00:28:48.607" v="533"/>
          <ac:cxnSpMkLst>
            <pc:docMk/>
            <pc:sldMk cId="4178613257" sldId="352"/>
            <ac:cxnSpMk id="14" creationId="{97BE41DB-0FFD-0FB4-0B6B-0DDDBB754A22}"/>
          </ac:cxnSpMkLst>
        </pc:cxnChg>
      </pc:sldChg>
      <pc:sldChg chg="modSp add mod">
        <pc:chgData name="Hebrida Neto" userId="c146294335f3bfc0" providerId="LiveId" clId="{B272D936-58F0-4904-8A4C-77A85B764A1A}" dt="2026-03-03T00:34:54.919" v="593" actId="20577"/>
        <pc:sldMkLst>
          <pc:docMk/>
          <pc:sldMk cId="3107443949" sldId="353"/>
        </pc:sldMkLst>
        <pc:spChg chg="mod">
          <ac:chgData name="Hebrida Neto" userId="c146294335f3bfc0" providerId="LiveId" clId="{B272D936-58F0-4904-8A4C-77A85B764A1A}" dt="2026-03-03T00:30:09.223" v="558"/>
          <ac:spMkLst>
            <pc:docMk/>
            <pc:sldMk cId="3107443949" sldId="353"/>
            <ac:spMk id="4" creationId="{F35A4A34-A6F3-3293-32FA-1C07E1ABE3EB}"/>
          </ac:spMkLst>
        </pc:spChg>
        <pc:spChg chg="mod">
          <ac:chgData name="Hebrida Neto" userId="c146294335f3bfc0" providerId="LiveId" clId="{B272D936-58F0-4904-8A4C-77A85B764A1A}" dt="2026-03-03T00:34:54.919" v="593" actId="20577"/>
          <ac:spMkLst>
            <pc:docMk/>
            <pc:sldMk cId="3107443949" sldId="353"/>
            <ac:spMk id="5" creationId="{562251D0-AA5A-AF61-9264-36AF0148F525}"/>
          </ac:spMkLst>
        </pc:spChg>
        <pc:spChg chg="mod">
          <ac:chgData name="Hebrida Neto" userId="c146294335f3bfc0" providerId="LiveId" clId="{B272D936-58F0-4904-8A4C-77A85B764A1A}" dt="2026-03-03T00:30:09.223" v="558"/>
          <ac:spMkLst>
            <pc:docMk/>
            <pc:sldMk cId="3107443949" sldId="353"/>
            <ac:spMk id="13" creationId="{C52A7D38-389A-5164-9AC9-60FFD697E04F}"/>
          </ac:spMkLst>
        </pc:spChg>
        <pc:grpChg chg="mod">
          <ac:chgData name="Hebrida Neto" userId="c146294335f3bfc0" providerId="LiveId" clId="{B272D936-58F0-4904-8A4C-77A85B764A1A}" dt="2026-03-03T00:30:09.223" v="558"/>
          <ac:grpSpMkLst>
            <pc:docMk/>
            <pc:sldMk cId="3107443949" sldId="353"/>
            <ac:grpSpMk id="2" creationId="{AE870587-E464-8963-7C59-FA3E90E8638B}"/>
          </ac:grpSpMkLst>
        </pc:grpChg>
        <pc:grpChg chg="mod">
          <ac:chgData name="Hebrida Neto" userId="c146294335f3bfc0" providerId="LiveId" clId="{B272D936-58F0-4904-8A4C-77A85B764A1A}" dt="2026-03-03T00:30:09.223" v="558"/>
          <ac:grpSpMkLst>
            <pc:docMk/>
            <pc:sldMk cId="3107443949" sldId="353"/>
            <ac:grpSpMk id="3" creationId="{D3C7AD76-C6A8-7134-04CE-254526808BEE}"/>
          </ac:grpSpMkLst>
        </pc:grpChg>
        <pc:grpChg chg="mod">
          <ac:chgData name="Hebrida Neto" userId="c146294335f3bfc0" providerId="LiveId" clId="{B272D936-58F0-4904-8A4C-77A85B764A1A}" dt="2026-03-03T00:30:09.223" v="558"/>
          <ac:grpSpMkLst>
            <pc:docMk/>
            <pc:sldMk cId="3107443949" sldId="353"/>
            <ac:grpSpMk id="6" creationId="{7EAAEE60-3C2E-A43F-A9D7-921E6B2F5908}"/>
          </ac:grpSpMkLst>
        </pc:grpChg>
        <pc:cxnChg chg="mod">
          <ac:chgData name="Hebrida Neto" userId="c146294335f3bfc0" providerId="LiveId" clId="{B272D936-58F0-4904-8A4C-77A85B764A1A}" dt="2026-03-03T00:30:09.223" v="558"/>
          <ac:cxnSpMkLst>
            <pc:docMk/>
            <pc:sldMk cId="3107443949" sldId="353"/>
            <ac:cxnSpMk id="14" creationId="{EBA204B3-1506-1569-18AE-08DC015A0AAB}"/>
          </ac:cxnSpMkLst>
        </pc:cxnChg>
      </pc:sldChg>
      <pc:sldChg chg="modSp add mod ord">
        <pc:chgData name="Hebrida Neto" userId="c146294335f3bfc0" providerId="LiveId" clId="{B272D936-58F0-4904-8A4C-77A85B764A1A}" dt="2026-03-03T00:49:38.188" v="828"/>
        <pc:sldMkLst>
          <pc:docMk/>
          <pc:sldMk cId="375307038" sldId="354"/>
        </pc:sldMkLst>
        <pc:spChg chg="mod">
          <ac:chgData name="Hebrida Neto" userId="c146294335f3bfc0" providerId="LiveId" clId="{B272D936-58F0-4904-8A4C-77A85B764A1A}" dt="2026-03-03T00:49:19.551" v="826" actId="20577"/>
          <ac:spMkLst>
            <pc:docMk/>
            <pc:sldMk cId="375307038" sldId="354"/>
            <ac:spMk id="5" creationId="{854C427A-4103-22AE-7AFE-838A7D7B8D96}"/>
          </ac:spMkLst>
        </pc:spChg>
      </pc:sldChg>
      <pc:sldChg chg="modSp add mod">
        <pc:chgData name="Hebrida Neto" userId="c146294335f3bfc0" providerId="LiveId" clId="{B272D936-58F0-4904-8A4C-77A85B764A1A}" dt="2026-03-03T00:59:04.584" v="1311" actId="1076"/>
        <pc:sldMkLst>
          <pc:docMk/>
          <pc:sldMk cId="2395923923" sldId="355"/>
        </pc:sldMkLst>
        <pc:spChg chg="mod">
          <ac:chgData name="Hebrida Neto" userId="c146294335f3bfc0" providerId="LiveId" clId="{B272D936-58F0-4904-8A4C-77A85B764A1A}" dt="2026-03-03T00:58:43.461" v="1307"/>
          <ac:spMkLst>
            <pc:docMk/>
            <pc:sldMk cId="2395923923" sldId="355"/>
            <ac:spMk id="4" creationId="{6B0A6F2B-F5E1-B9A2-5474-450F1456EE78}"/>
          </ac:spMkLst>
        </pc:spChg>
        <pc:spChg chg="mod">
          <ac:chgData name="Hebrida Neto" userId="c146294335f3bfc0" providerId="LiveId" clId="{B272D936-58F0-4904-8A4C-77A85B764A1A}" dt="2026-03-03T00:59:00.416" v="1310" actId="6549"/>
          <ac:spMkLst>
            <pc:docMk/>
            <pc:sldMk cId="2395923923" sldId="355"/>
            <ac:spMk id="5" creationId="{4AC957DE-5F9D-18DF-1615-5C359888F6E4}"/>
          </ac:spMkLst>
        </pc:spChg>
        <pc:spChg chg="mod">
          <ac:chgData name="Hebrida Neto" userId="c146294335f3bfc0" providerId="LiveId" clId="{B272D936-58F0-4904-8A4C-77A85B764A1A}" dt="2026-03-03T00:58:43.461" v="1307"/>
          <ac:spMkLst>
            <pc:docMk/>
            <pc:sldMk cId="2395923923" sldId="355"/>
            <ac:spMk id="13" creationId="{75C9F65C-9693-1938-FDC9-EE925D25504A}"/>
          </ac:spMkLst>
        </pc:spChg>
        <pc:grpChg chg="mod">
          <ac:chgData name="Hebrida Neto" userId="c146294335f3bfc0" providerId="LiveId" clId="{B272D936-58F0-4904-8A4C-77A85B764A1A}" dt="2026-03-03T00:58:43.461" v="1307"/>
          <ac:grpSpMkLst>
            <pc:docMk/>
            <pc:sldMk cId="2395923923" sldId="355"/>
            <ac:grpSpMk id="2" creationId="{33C2F055-BC4A-6967-C1CD-9B1084BFEFB0}"/>
          </ac:grpSpMkLst>
        </pc:grpChg>
        <pc:grpChg chg="mod">
          <ac:chgData name="Hebrida Neto" userId="c146294335f3bfc0" providerId="LiveId" clId="{B272D936-58F0-4904-8A4C-77A85B764A1A}" dt="2026-03-03T00:58:43.461" v="1307"/>
          <ac:grpSpMkLst>
            <pc:docMk/>
            <pc:sldMk cId="2395923923" sldId="355"/>
            <ac:grpSpMk id="3" creationId="{5BA96E6B-AE65-12C4-3FB0-D18A44CA3561}"/>
          </ac:grpSpMkLst>
        </pc:grpChg>
        <pc:grpChg chg="mod">
          <ac:chgData name="Hebrida Neto" userId="c146294335f3bfc0" providerId="LiveId" clId="{B272D936-58F0-4904-8A4C-77A85B764A1A}" dt="2026-03-03T00:59:04.584" v="1311" actId="1076"/>
          <ac:grpSpMkLst>
            <pc:docMk/>
            <pc:sldMk cId="2395923923" sldId="355"/>
            <ac:grpSpMk id="6" creationId="{7F2B9E23-528B-3E6D-8291-2CBFB9662560}"/>
          </ac:grpSpMkLst>
        </pc:grpChg>
        <pc:cxnChg chg="mod">
          <ac:chgData name="Hebrida Neto" userId="c146294335f3bfc0" providerId="LiveId" clId="{B272D936-58F0-4904-8A4C-77A85B764A1A}" dt="2026-03-03T00:58:43.461" v="1307"/>
          <ac:cxnSpMkLst>
            <pc:docMk/>
            <pc:sldMk cId="2395923923" sldId="355"/>
            <ac:cxnSpMk id="14" creationId="{9F121339-A0AC-025A-EDB2-474C359B7CE2}"/>
          </ac:cxnSpMkLst>
        </pc:cxnChg>
      </pc:sldChg>
      <pc:sldChg chg="modSp add mod">
        <pc:chgData name="Hebrida Neto" userId="c146294335f3bfc0" providerId="LiveId" clId="{B272D936-58F0-4904-8A4C-77A85B764A1A}" dt="2026-03-03T01:07:29.073" v="1539" actId="113"/>
        <pc:sldMkLst>
          <pc:docMk/>
          <pc:sldMk cId="1012940252" sldId="356"/>
        </pc:sldMkLst>
        <pc:spChg chg="mod">
          <ac:chgData name="Hebrida Neto" userId="c146294335f3bfc0" providerId="LiveId" clId="{B272D936-58F0-4904-8A4C-77A85B764A1A}" dt="2026-03-03T01:06:30.289" v="1529"/>
          <ac:spMkLst>
            <pc:docMk/>
            <pc:sldMk cId="1012940252" sldId="356"/>
            <ac:spMk id="4" creationId="{219A44E6-DB6F-237D-41D1-A13A93390147}"/>
          </ac:spMkLst>
        </pc:spChg>
        <pc:spChg chg="mod">
          <ac:chgData name="Hebrida Neto" userId="c146294335f3bfc0" providerId="LiveId" clId="{B272D936-58F0-4904-8A4C-77A85B764A1A}" dt="2026-03-03T01:07:29.073" v="1539" actId="113"/>
          <ac:spMkLst>
            <pc:docMk/>
            <pc:sldMk cId="1012940252" sldId="356"/>
            <ac:spMk id="5" creationId="{32A48AAB-38B8-64D5-4E3A-F983E5F692A9}"/>
          </ac:spMkLst>
        </pc:spChg>
        <pc:spChg chg="mod">
          <ac:chgData name="Hebrida Neto" userId="c146294335f3bfc0" providerId="LiveId" clId="{B272D936-58F0-4904-8A4C-77A85B764A1A}" dt="2026-03-03T01:06:30.289" v="1529"/>
          <ac:spMkLst>
            <pc:docMk/>
            <pc:sldMk cId="1012940252" sldId="356"/>
            <ac:spMk id="13" creationId="{B8425C55-987F-0CE8-E3C9-5A1DB6467ABA}"/>
          </ac:spMkLst>
        </pc:spChg>
        <pc:grpChg chg="mod">
          <ac:chgData name="Hebrida Neto" userId="c146294335f3bfc0" providerId="LiveId" clId="{B272D936-58F0-4904-8A4C-77A85B764A1A}" dt="2026-03-03T01:06:30.289" v="1529"/>
          <ac:grpSpMkLst>
            <pc:docMk/>
            <pc:sldMk cId="1012940252" sldId="356"/>
            <ac:grpSpMk id="2" creationId="{B9BE74B6-9FE9-75B0-DE9B-57828995E607}"/>
          </ac:grpSpMkLst>
        </pc:grpChg>
        <pc:grpChg chg="mod">
          <ac:chgData name="Hebrida Neto" userId="c146294335f3bfc0" providerId="LiveId" clId="{B272D936-58F0-4904-8A4C-77A85B764A1A}" dt="2026-03-03T01:06:30.289" v="1529"/>
          <ac:grpSpMkLst>
            <pc:docMk/>
            <pc:sldMk cId="1012940252" sldId="356"/>
            <ac:grpSpMk id="3" creationId="{F244EBB7-7D25-8790-A753-8BA1AF828D71}"/>
          </ac:grpSpMkLst>
        </pc:grpChg>
        <pc:grpChg chg="mod">
          <ac:chgData name="Hebrida Neto" userId="c146294335f3bfc0" providerId="LiveId" clId="{B272D936-58F0-4904-8A4C-77A85B764A1A}" dt="2026-03-03T01:06:30.289" v="1529"/>
          <ac:grpSpMkLst>
            <pc:docMk/>
            <pc:sldMk cId="1012940252" sldId="356"/>
            <ac:grpSpMk id="6" creationId="{428E8837-E931-4D46-153F-68737BC368FD}"/>
          </ac:grpSpMkLst>
        </pc:grpChg>
        <pc:cxnChg chg="mod">
          <ac:chgData name="Hebrida Neto" userId="c146294335f3bfc0" providerId="LiveId" clId="{B272D936-58F0-4904-8A4C-77A85B764A1A}" dt="2026-03-03T01:06:30.289" v="1529"/>
          <ac:cxnSpMkLst>
            <pc:docMk/>
            <pc:sldMk cId="1012940252" sldId="356"/>
            <ac:cxnSpMk id="14" creationId="{73C77881-B06F-521B-8DCF-D4810890FA87}"/>
          </ac:cxnSpMkLst>
        </pc:cxnChg>
      </pc:sldChg>
      <pc:sldChg chg="new del">
        <pc:chgData name="Hebrida Neto" userId="c146294335f3bfc0" providerId="LiveId" clId="{B272D936-58F0-4904-8A4C-77A85B764A1A}" dt="2026-03-03T01:01:06.925" v="1319" actId="680"/>
        <pc:sldMkLst>
          <pc:docMk/>
          <pc:sldMk cId="3805568010" sldId="356"/>
        </pc:sldMkLst>
      </pc:sldChg>
      <pc:sldChg chg="add">
        <pc:chgData name="Hebrida Neto" userId="c146294335f3bfc0" providerId="LiveId" clId="{B272D936-58F0-4904-8A4C-77A85B764A1A}" dt="2026-03-03T01:09:27.144" v="1540" actId="2890"/>
        <pc:sldMkLst>
          <pc:docMk/>
          <pc:sldMk cId="1715293130" sldId="357"/>
        </pc:sldMkLst>
      </pc:sldChg>
      <pc:sldChg chg="modSp add mod ord">
        <pc:chgData name="Hebrida Neto" userId="c146294335f3bfc0" providerId="LiveId" clId="{B272D936-58F0-4904-8A4C-77A85B764A1A}" dt="2026-03-03T01:15:51.594" v="1832" actId="20577"/>
        <pc:sldMkLst>
          <pc:docMk/>
          <pc:sldMk cId="3105196117" sldId="358"/>
        </pc:sldMkLst>
        <pc:spChg chg="mod">
          <ac:chgData name="Hebrida Neto" userId="c146294335f3bfc0" providerId="LiveId" clId="{B272D936-58F0-4904-8A4C-77A85B764A1A}" dt="2026-03-03T01:15:51.594" v="1832" actId="20577"/>
          <ac:spMkLst>
            <pc:docMk/>
            <pc:sldMk cId="3105196117" sldId="358"/>
            <ac:spMk id="5" creationId="{491C2497-0B44-1CCC-962F-18DC6CCF0548}"/>
          </ac:spMkLst>
        </pc:spChg>
        <pc:spChg chg="mod">
          <ac:chgData name="Hebrida Neto" userId="c146294335f3bfc0" providerId="LiveId" clId="{B272D936-58F0-4904-8A4C-77A85B764A1A}" dt="2026-03-03T01:15:02.294" v="1731" actId="1076"/>
          <ac:spMkLst>
            <pc:docMk/>
            <pc:sldMk cId="3105196117" sldId="358"/>
            <ac:spMk id="12" creationId="{371698A6-DC38-E42D-29B9-819EE3D01994}"/>
          </ac:spMkLst>
        </pc:spChg>
      </pc:sldChg>
      <pc:sldChg chg="modSp add mod">
        <pc:chgData name="Hebrida Neto" userId="c146294335f3bfc0" providerId="LiveId" clId="{B272D936-58F0-4904-8A4C-77A85B764A1A}" dt="2026-03-03T01:29:37.403" v="1906" actId="2711"/>
        <pc:sldMkLst>
          <pc:docMk/>
          <pc:sldMk cId="1394819912" sldId="359"/>
        </pc:sldMkLst>
        <pc:spChg chg="mod">
          <ac:chgData name="Hebrida Neto" userId="c146294335f3bfc0" providerId="LiveId" clId="{B272D936-58F0-4904-8A4C-77A85B764A1A}" dt="2026-03-03T01:22:10.014" v="1850" actId="5793"/>
          <ac:spMkLst>
            <pc:docMk/>
            <pc:sldMk cId="1394819912" sldId="359"/>
            <ac:spMk id="5" creationId="{E9548B0E-804A-432E-2BD4-7CA282DDF450}"/>
          </ac:spMkLst>
        </pc:spChg>
        <pc:spChg chg="mod">
          <ac:chgData name="Hebrida Neto" userId="c146294335f3bfc0" providerId="LiveId" clId="{B272D936-58F0-4904-8A4C-77A85B764A1A}" dt="2026-03-03T01:29:37.403" v="1906" actId="2711"/>
          <ac:spMkLst>
            <pc:docMk/>
            <pc:sldMk cId="1394819912" sldId="359"/>
            <ac:spMk id="12" creationId="{984074E5-5171-4821-0F20-9D82E4DE1B96}"/>
          </ac:spMkLst>
        </pc:spChg>
        <pc:spChg chg="mod">
          <ac:chgData name="Hebrida Neto" userId="c146294335f3bfc0" providerId="LiveId" clId="{B272D936-58F0-4904-8A4C-77A85B764A1A}" dt="2026-03-03T01:24:31.351" v="1863" actId="1076"/>
          <ac:spMkLst>
            <pc:docMk/>
            <pc:sldMk cId="1394819912" sldId="359"/>
            <ac:spMk id="13" creationId="{F87DC511-BFB3-CF92-BAE7-BFED688073E9}"/>
          </ac:spMkLst>
        </pc:spChg>
        <pc:cxnChg chg="mod">
          <ac:chgData name="Hebrida Neto" userId="c146294335f3bfc0" providerId="LiveId" clId="{B272D936-58F0-4904-8A4C-77A85B764A1A}" dt="2026-03-03T01:24:34.583" v="1864" actId="1076"/>
          <ac:cxnSpMkLst>
            <pc:docMk/>
            <pc:sldMk cId="1394819912" sldId="359"/>
            <ac:cxnSpMk id="14" creationId="{6A8CC6BA-EDC7-F2A8-4946-527664D3B5B4}"/>
          </ac:cxnSpMkLst>
        </pc:cxnChg>
      </pc:sldChg>
      <pc:sldChg chg="add del">
        <pc:chgData name="Hebrida Neto" userId="c146294335f3bfc0" providerId="LiveId" clId="{B272D936-58F0-4904-8A4C-77A85B764A1A}" dt="2026-03-03T01:22:12.958" v="1852"/>
        <pc:sldMkLst>
          <pc:docMk/>
          <pc:sldMk cId="1779000294" sldId="360"/>
        </pc:sldMkLst>
      </pc:sldChg>
      <pc:sldChg chg="modSp add mod">
        <pc:chgData name="Hebrida Neto" userId="c146294335f3bfc0" providerId="LiveId" clId="{B272D936-58F0-4904-8A4C-77A85B764A1A}" dt="2026-03-03T01:30:43.687" v="1912" actId="113"/>
        <pc:sldMkLst>
          <pc:docMk/>
          <pc:sldMk cId="3499010392" sldId="360"/>
        </pc:sldMkLst>
        <pc:spChg chg="mod">
          <ac:chgData name="Hebrida Neto" userId="c146294335f3bfc0" providerId="LiveId" clId="{B272D936-58F0-4904-8A4C-77A85B764A1A}" dt="2026-03-03T01:30:43.687" v="1912" actId="113"/>
          <ac:spMkLst>
            <pc:docMk/>
            <pc:sldMk cId="3499010392" sldId="360"/>
            <ac:spMk id="12" creationId="{FE95D991-750E-8DCB-B288-1222DE1D9B56}"/>
          </ac:spMkLst>
        </pc:spChg>
      </pc:sldChg>
      <pc:sldChg chg="modSp add mod ord">
        <pc:chgData name="Hebrida Neto" userId="c146294335f3bfc0" providerId="LiveId" clId="{B272D936-58F0-4904-8A4C-77A85B764A1A}" dt="2026-03-03T01:37:53.973" v="1956" actId="113"/>
        <pc:sldMkLst>
          <pc:docMk/>
          <pc:sldMk cId="3138687903" sldId="361"/>
        </pc:sldMkLst>
        <pc:spChg chg="mod">
          <ac:chgData name="Hebrida Neto" userId="c146294335f3bfc0" providerId="LiveId" clId="{B272D936-58F0-4904-8A4C-77A85B764A1A}" dt="2026-03-03T01:37:53.973" v="1956" actId="113"/>
          <ac:spMkLst>
            <pc:docMk/>
            <pc:sldMk cId="3138687903" sldId="361"/>
            <ac:spMk id="12" creationId="{B4F89B16-92C5-FAC3-18F9-DEA26A238710}"/>
          </ac:spMkLst>
        </pc:spChg>
        <pc:spChg chg="mod">
          <ac:chgData name="Hebrida Neto" userId="c146294335f3bfc0" providerId="LiveId" clId="{B272D936-58F0-4904-8A4C-77A85B764A1A}" dt="2026-03-03T01:31:35.853" v="1933" actId="20577"/>
          <ac:spMkLst>
            <pc:docMk/>
            <pc:sldMk cId="3138687903" sldId="361"/>
            <ac:spMk id="13" creationId="{D7EBB48B-62F8-AFA4-AB06-B6F55A1DE975}"/>
          </ac:spMkLst>
        </pc:spChg>
      </pc:sldChg>
      <pc:sldChg chg="modSp add mod">
        <pc:chgData name="Hebrida Neto" userId="c146294335f3bfc0" providerId="LiveId" clId="{B272D936-58F0-4904-8A4C-77A85B764A1A}" dt="2026-03-03T01:39:08.415" v="1962" actId="113"/>
        <pc:sldMkLst>
          <pc:docMk/>
          <pc:sldMk cId="3594046204" sldId="362"/>
        </pc:sldMkLst>
        <pc:spChg chg="mod">
          <ac:chgData name="Hebrida Neto" userId="c146294335f3bfc0" providerId="LiveId" clId="{B272D936-58F0-4904-8A4C-77A85B764A1A}" dt="2026-03-03T01:39:08.415" v="1962" actId="113"/>
          <ac:spMkLst>
            <pc:docMk/>
            <pc:sldMk cId="3594046204" sldId="362"/>
            <ac:spMk id="12" creationId="{8A8D9D52-269E-F951-CF79-2E646230E52D}"/>
          </ac:spMkLst>
        </pc:spChg>
      </pc:sldChg>
      <pc:sldChg chg="addSp delSp modSp add mod">
        <pc:chgData name="Hebrida Neto" userId="c146294335f3bfc0" providerId="LiveId" clId="{B272D936-58F0-4904-8A4C-77A85B764A1A}" dt="2026-03-03T01:49:15.292" v="2392" actId="20577"/>
        <pc:sldMkLst>
          <pc:docMk/>
          <pc:sldMk cId="1087846201" sldId="363"/>
        </pc:sldMkLst>
        <pc:spChg chg="mod">
          <ac:chgData name="Hebrida Neto" userId="c146294335f3bfc0" providerId="LiveId" clId="{B272D936-58F0-4904-8A4C-77A85B764A1A}" dt="2026-03-03T01:40:25.399" v="1964"/>
          <ac:spMkLst>
            <pc:docMk/>
            <pc:sldMk cId="1087846201" sldId="363"/>
            <ac:spMk id="4" creationId="{8416C35C-F1E3-EE14-3B86-12AA7BDA1AD2}"/>
          </ac:spMkLst>
        </pc:spChg>
        <pc:spChg chg="mod">
          <ac:chgData name="Hebrida Neto" userId="c146294335f3bfc0" providerId="LiveId" clId="{B272D936-58F0-4904-8A4C-77A85B764A1A}" dt="2026-03-03T01:40:25.399" v="1964"/>
          <ac:spMkLst>
            <pc:docMk/>
            <pc:sldMk cId="1087846201" sldId="363"/>
            <ac:spMk id="5" creationId="{D236214E-B1BB-B775-2EF1-7B3013031199}"/>
          </ac:spMkLst>
        </pc:spChg>
        <pc:spChg chg="add del mod">
          <ac:chgData name="Hebrida Neto" userId="c146294335f3bfc0" providerId="LiveId" clId="{B272D936-58F0-4904-8A4C-77A85B764A1A}" dt="2026-03-03T01:49:15.292" v="2392" actId="20577"/>
          <ac:spMkLst>
            <pc:docMk/>
            <pc:sldMk cId="1087846201" sldId="363"/>
            <ac:spMk id="12" creationId="{9B67FFF8-1B32-710B-58F0-76BBBE5089C1}"/>
          </ac:spMkLst>
        </pc:spChg>
        <pc:spChg chg="mod">
          <ac:chgData name="Hebrida Neto" userId="c146294335f3bfc0" providerId="LiveId" clId="{B272D936-58F0-4904-8A4C-77A85B764A1A}" dt="2026-03-03T01:45:11.696" v="2141" actId="1076"/>
          <ac:spMkLst>
            <pc:docMk/>
            <pc:sldMk cId="1087846201" sldId="363"/>
            <ac:spMk id="13" creationId="{893A5BBE-74B7-6503-030F-44FD07C0B2B6}"/>
          </ac:spMkLst>
        </pc:spChg>
        <pc:grpChg chg="mod">
          <ac:chgData name="Hebrida Neto" userId="c146294335f3bfc0" providerId="LiveId" clId="{B272D936-58F0-4904-8A4C-77A85B764A1A}" dt="2026-03-03T01:40:25.399" v="1964"/>
          <ac:grpSpMkLst>
            <pc:docMk/>
            <pc:sldMk cId="1087846201" sldId="363"/>
            <ac:grpSpMk id="2" creationId="{8909A875-BE4A-3713-5F1D-50A4C2AF502A}"/>
          </ac:grpSpMkLst>
        </pc:grpChg>
        <pc:grpChg chg="mod">
          <ac:chgData name="Hebrida Neto" userId="c146294335f3bfc0" providerId="LiveId" clId="{B272D936-58F0-4904-8A4C-77A85B764A1A}" dt="2026-03-03T01:40:25.399" v="1964"/>
          <ac:grpSpMkLst>
            <pc:docMk/>
            <pc:sldMk cId="1087846201" sldId="363"/>
            <ac:grpSpMk id="3" creationId="{39CD72E9-BDB2-15D5-A1AC-4C8905DA4B41}"/>
          </ac:grpSpMkLst>
        </pc:grpChg>
        <pc:grpChg chg="mod">
          <ac:chgData name="Hebrida Neto" userId="c146294335f3bfc0" providerId="LiveId" clId="{B272D936-58F0-4904-8A4C-77A85B764A1A}" dt="2026-03-03T01:44:51.376" v="2133" actId="1076"/>
          <ac:grpSpMkLst>
            <pc:docMk/>
            <pc:sldMk cId="1087846201" sldId="363"/>
            <ac:grpSpMk id="6" creationId="{342DC30F-44FE-D2CC-8C49-32883797B7DC}"/>
          </ac:grpSpMkLst>
        </pc:grpChg>
        <pc:cxnChg chg="mod">
          <ac:chgData name="Hebrida Neto" userId="c146294335f3bfc0" providerId="LiveId" clId="{B272D936-58F0-4904-8A4C-77A85B764A1A}" dt="2026-03-03T01:45:15.015" v="2142" actId="1076"/>
          <ac:cxnSpMkLst>
            <pc:docMk/>
            <pc:sldMk cId="1087846201" sldId="363"/>
            <ac:cxnSpMk id="14" creationId="{7EA3FA13-3481-54CF-6824-56F8A7E05347}"/>
          </ac:cxnSpMkLst>
        </pc:cxnChg>
      </pc:sldChg>
      <pc:sldChg chg="modSp add mod">
        <pc:chgData name="Hebrida Neto" userId="c146294335f3bfc0" providerId="LiveId" clId="{B272D936-58F0-4904-8A4C-77A85B764A1A}" dt="2026-03-03T01:52:37.728" v="2609" actId="20577"/>
        <pc:sldMkLst>
          <pc:docMk/>
          <pc:sldMk cId="93981554" sldId="364"/>
        </pc:sldMkLst>
        <pc:spChg chg="mod">
          <ac:chgData name="Hebrida Neto" userId="c146294335f3bfc0" providerId="LiveId" clId="{B272D936-58F0-4904-8A4C-77A85B764A1A}" dt="2026-03-03T01:52:37.728" v="2609" actId="20577"/>
          <ac:spMkLst>
            <pc:docMk/>
            <pc:sldMk cId="93981554" sldId="364"/>
            <ac:spMk id="12" creationId="{7691E497-C4A7-CD21-305F-DDD3EF519CAF}"/>
          </ac:spMkLst>
        </pc:spChg>
      </pc:sldChg>
      <pc:sldChg chg="modSp add mod">
        <pc:chgData name="Hebrida Neto" userId="c146294335f3bfc0" providerId="LiveId" clId="{B272D936-58F0-4904-8A4C-77A85B764A1A}" dt="2026-03-03T01:54:06.420" v="2735" actId="20577"/>
        <pc:sldMkLst>
          <pc:docMk/>
          <pc:sldMk cId="2972673473" sldId="365"/>
        </pc:sldMkLst>
        <pc:spChg chg="mod">
          <ac:chgData name="Hebrida Neto" userId="c146294335f3bfc0" providerId="LiveId" clId="{B272D936-58F0-4904-8A4C-77A85B764A1A}" dt="2026-03-03T01:54:06.420" v="2735" actId="20577"/>
          <ac:spMkLst>
            <pc:docMk/>
            <pc:sldMk cId="2972673473" sldId="365"/>
            <ac:spMk id="12" creationId="{C3342203-1809-FB16-86EA-AAB6F20BB844}"/>
          </ac:spMkLst>
        </pc:spChg>
      </pc:sldChg>
      <pc:sldChg chg="modSp add mod">
        <pc:chgData name="Hebrida Neto" userId="c146294335f3bfc0" providerId="LiveId" clId="{B272D936-58F0-4904-8A4C-77A85B764A1A}" dt="2026-03-03T02:03:53.148" v="2956" actId="113"/>
        <pc:sldMkLst>
          <pc:docMk/>
          <pc:sldMk cId="2752779242" sldId="366"/>
        </pc:sldMkLst>
        <pc:spChg chg="mod">
          <ac:chgData name="Hebrida Neto" userId="c146294335f3bfc0" providerId="LiveId" clId="{B272D936-58F0-4904-8A4C-77A85B764A1A}" dt="2026-03-03T01:55:08.309" v="2737"/>
          <ac:spMkLst>
            <pc:docMk/>
            <pc:sldMk cId="2752779242" sldId="366"/>
            <ac:spMk id="4" creationId="{4AD84F23-882C-D5DE-4559-DFE2EA5025F4}"/>
          </ac:spMkLst>
        </pc:spChg>
        <pc:spChg chg="mod">
          <ac:chgData name="Hebrida Neto" userId="c146294335f3bfc0" providerId="LiveId" clId="{B272D936-58F0-4904-8A4C-77A85B764A1A}" dt="2026-03-03T01:55:08.309" v="2737"/>
          <ac:spMkLst>
            <pc:docMk/>
            <pc:sldMk cId="2752779242" sldId="366"/>
            <ac:spMk id="5" creationId="{2A89C35D-D07A-9020-1D09-776C645D1568}"/>
          </ac:spMkLst>
        </pc:spChg>
        <pc:spChg chg="mod">
          <ac:chgData name="Hebrida Neto" userId="c146294335f3bfc0" providerId="LiveId" clId="{B272D936-58F0-4904-8A4C-77A85B764A1A}" dt="2026-03-03T02:03:53.148" v="2956" actId="113"/>
          <ac:spMkLst>
            <pc:docMk/>
            <pc:sldMk cId="2752779242" sldId="366"/>
            <ac:spMk id="12" creationId="{4ECA2CB0-BE9B-A4A1-E6D5-E2AF32A328DC}"/>
          </ac:spMkLst>
        </pc:spChg>
        <pc:spChg chg="mod">
          <ac:chgData name="Hebrida Neto" userId="c146294335f3bfc0" providerId="LiveId" clId="{B272D936-58F0-4904-8A4C-77A85B764A1A}" dt="2026-03-03T01:55:17.368" v="2738" actId="108"/>
          <ac:spMkLst>
            <pc:docMk/>
            <pc:sldMk cId="2752779242" sldId="366"/>
            <ac:spMk id="13" creationId="{593D8212-FDDB-57A4-0A0F-6F69260EB832}"/>
          </ac:spMkLst>
        </pc:spChg>
        <pc:grpChg chg="mod">
          <ac:chgData name="Hebrida Neto" userId="c146294335f3bfc0" providerId="LiveId" clId="{B272D936-58F0-4904-8A4C-77A85B764A1A}" dt="2026-03-03T01:55:08.309" v="2737"/>
          <ac:grpSpMkLst>
            <pc:docMk/>
            <pc:sldMk cId="2752779242" sldId="366"/>
            <ac:grpSpMk id="2" creationId="{5307791D-3B3E-A171-19D2-B23F59AF6FD2}"/>
          </ac:grpSpMkLst>
        </pc:grpChg>
        <pc:grpChg chg="mod">
          <ac:chgData name="Hebrida Neto" userId="c146294335f3bfc0" providerId="LiveId" clId="{B272D936-58F0-4904-8A4C-77A85B764A1A}" dt="2026-03-03T01:55:08.309" v="2737"/>
          <ac:grpSpMkLst>
            <pc:docMk/>
            <pc:sldMk cId="2752779242" sldId="366"/>
            <ac:grpSpMk id="3" creationId="{0B0D123B-238F-F1AD-7BCD-03660E5326A9}"/>
          </ac:grpSpMkLst>
        </pc:grpChg>
        <pc:grpChg chg="mod">
          <ac:chgData name="Hebrida Neto" userId="c146294335f3bfc0" providerId="LiveId" clId="{B272D936-58F0-4904-8A4C-77A85B764A1A}" dt="2026-03-03T01:55:08.309" v="2737"/>
          <ac:grpSpMkLst>
            <pc:docMk/>
            <pc:sldMk cId="2752779242" sldId="366"/>
            <ac:grpSpMk id="6" creationId="{A1163A6C-78A3-4A10-F647-1DD085537CAA}"/>
          </ac:grpSpMkLst>
        </pc:grpChg>
        <pc:cxnChg chg="mod">
          <ac:chgData name="Hebrida Neto" userId="c146294335f3bfc0" providerId="LiveId" clId="{B272D936-58F0-4904-8A4C-77A85B764A1A}" dt="2026-03-03T01:55:08.309" v="2737"/>
          <ac:cxnSpMkLst>
            <pc:docMk/>
            <pc:sldMk cId="2752779242" sldId="366"/>
            <ac:cxnSpMk id="14" creationId="{E7AD4161-A0F4-199B-1347-54DCF12A4D56}"/>
          </ac:cxnSpMkLst>
        </pc:cxnChg>
      </pc:sldChg>
      <pc:sldChg chg="addSp modSp add mod">
        <pc:chgData name="Hebrida Neto" userId="c146294335f3bfc0" providerId="LiveId" clId="{B272D936-58F0-4904-8A4C-77A85B764A1A}" dt="2026-03-03T02:06:44.417" v="2968" actId="1076"/>
        <pc:sldMkLst>
          <pc:docMk/>
          <pc:sldMk cId="3779337186" sldId="367"/>
        </pc:sldMkLst>
        <pc:spChg chg="mod">
          <ac:chgData name="Hebrida Neto" userId="c146294335f3bfc0" providerId="LiveId" clId="{B272D936-58F0-4904-8A4C-77A85B764A1A}" dt="2026-03-03T02:06:29.154" v="2959" actId="5793"/>
          <ac:spMkLst>
            <pc:docMk/>
            <pc:sldMk cId="3779337186" sldId="367"/>
            <ac:spMk id="12" creationId="{3C8EDA14-BF36-5670-F707-165E61F74B09}"/>
          </ac:spMkLst>
        </pc:spChg>
        <pc:picChg chg="add mod">
          <ac:chgData name="Hebrida Neto" userId="c146294335f3bfc0" providerId="LiveId" clId="{B272D936-58F0-4904-8A4C-77A85B764A1A}" dt="2026-03-03T02:06:44.417" v="2968" actId="1076"/>
          <ac:picMkLst>
            <pc:docMk/>
            <pc:sldMk cId="3779337186" sldId="367"/>
            <ac:picMk id="9" creationId="{66A0567F-44C6-C88A-67F3-5D2BD34F6CD1}"/>
          </ac:picMkLst>
        </pc:picChg>
      </pc:sldChg>
      <pc:sldChg chg="modSp add mod">
        <pc:chgData name="Hebrida Neto" userId="c146294335f3bfc0" providerId="LiveId" clId="{B272D936-58F0-4904-8A4C-77A85B764A1A}" dt="2026-03-03T02:11:50.425" v="3013" actId="113"/>
        <pc:sldMkLst>
          <pc:docMk/>
          <pc:sldMk cId="3816598696" sldId="368"/>
        </pc:sldMkLst>
        <pc:spChg chg="mod">
          <ac:chgData name="Hebrida Neto" userId="c146294335f3bfc0" providerId="LiveId" clId="{B272D936-58F0-4904-8A4C-77A85B764A1A}" dt="2026-03-03T02:11:50.425" v="3013" actId="113"/>
          <ac:spMkLst>
            <pc:docMk/>
            <pc:sldMk cId="3816598696" sldId="368"/>
            <ac:spMk id="12" creationId="{D35D89EB-5968-91AA-DDB4-6E024167BFC5}"/>
          </ac:spMkLst>
        </pc:spChg>
        <pc:spChg chg="mod">
          <ac:chgData name="Hebrida Neto" userId="c146294335f3bfc0" providerId="LiveId" clId="{B272D936-58F0-4904-8A4C-77A85B764A1A}" dt="2026-03-03T02:08:35.550" v="2986" actId="20577"/>
          <ac:spMkLst>
            <pc:docMk/>
            <pc:sldMk cId="3816598696" sldId="368"/>
            <ac:spMk id="13" creationId="{5DEE6A48-25BD-8000-BE86-201D124F4E4E}"/>
          </ac:spMkLst>
        </pc:spChg>
        <pc:grpChg chg="mod">
          <ac:chgData name="Hebrida Neto" userId="c146294335f3bfc0" providerId="LiveId" clId="{B272D936-58F0-4904-8A4C-77A85B764A1A}" dt="2026-03-03T02:10:46.466" v="2999" actId="1076"/>
          <ac:grpSpMkLst>
            <pc:docMk/>
            <pc:sldMk cId="3816598696" sldId="368"/>
            <ac:grpSpMk id="6" creationId="{08C839ED-CF8C-0264-59D3-61765920B35B}"/>
          </ac:grpSpMkLst>
        </pc:grpChg>
      </pc:sldChg>
      <pc:sldChg chg="modSp add mod ord">
        <pc:chgData name="Hebrida Neto" userId="c146294335f3bfc0" providerId="LiveId" clId="{B272D936-58F0-4904-8A4C-77A85B764A1A}" dt="2026-03-03T02:17:59.035" v="3056"/>
        <pc:sldMkLst>
          <pc:docMk/>
          <pc:sldMk cId="3596528947" sldId="369"/>
        </pc:sldMkLst>
        <pc:spChg chg="mod">
          <ac:chgData name="Hebrida Neto" userId="c146294335f3bfc0" providerId="LiveId" clId="{B272D936-58F0-4904-8A4C-77A85B764A1A}" dt="2026-03-03T02:16:01.770" v="3035"/>
          <ac:spMkLst>
            <pc:docMk/>
            <pc:sldMk cId="3596528947" sldId="369"/>
            <ac:spMk id="4" creationId="{141FADBA-1927-EF71-E155-4C994E2C0362}"/>
          </ac:spMkLst>
        </pc:spChg>
        <pc:spChg chg="mod">
          <ac:chgData name="Hebrida Neto" userId="c146294335f3bfc0" providerId="LiveId" clId="{B272D936-58F0-4904-8A4C-77A85B764A1A}" dt="2026-03-03T02:17:44.238" v="3054" actId="115"/>
          <ac:spMkLst>
            <pc:docMk/>
            <pc:sldMk cId="3596528947" sldId="369"/>
            <ac:spMk id="5" creationId="{6F4C1891-48A0-1573-46FA-77ACB64D4F89}"/>
          </ac:spMkLst>
        </pc:spChg>
        <pc:spChg chg="mod">
          <ac:chgData name="Hebrida Neto" userId="c146294335f3bfc0" providerId="LiveId" clId="{B272D936-58F0-4904-8A4C-77A85B764A1A}" dt="2026-03-03T02:16:01.770" v="3035"/>
          <ac:spMkLst>
            <pc:docMk/>
            <pc:sldMk cId="3596528947" sldId="369"/>
            <ac:spMk id="13" creationId="{7EEFA8C5-1902-6E25-5766-FC9EE76B2926}"/>
          </ac:spMkLst>
        </pc:spChg>
        <pc:grpChg chg="mod">
          <ac:chgData name="Hebrida Neto" userId="c146294335f3bfc0" providerId="LiveId" clId="{B272D936-58F0-4904-8A4C-77A85B764A1A}" dt="2026-03-03T02:16:01.770" v="3035"/>
          <ac:grpSpMkLst>
            <pc:docMk/>
            <pc:sldMk cId="3596528947" sldId="369"/>
            <ac:grpSpMk id="2" creationId="{EB768884-03C1-5C98-22C2-BE4674BBA8D0}"/>
          </ac:grpSpMkLst>
        </pc:grpChg>
        <pc:grpChg chg="mod">
          <ac:chgData name="Hebrida Neto" userId="c146294335f3bfc0" providerId="LiveId" clId="{B272D936-58F0-4904-8A4C-77A85B764A1A}" dt="2026-03-03T02:16:01.770" v="3035"/>
          <ac:grpSpMkLst>
            <pc:docMk/>
            <pc:sldMk cId="3596528947" sldId="369"/>
            <ac:grpSpMk id="3" creationId="{AC403878-BC46-24E5-4009-177041F60580}"/>
          </ac:grpSpMkLst>
        </pc:grpChg>
        <pc:grpChg chg="mod">
          <ac:chgData name="Hebrida Neto" userId="c146294335f3bfc0" providerId="LiveId" clId="{B272D936-58F0-4904-8A4C-77A85B764A1A}" dt="2026-03-03T02:16:01.770" v="3035"/>
          <ac:grpSpMkLst>
            <pc:docMk/>
            <pc:sldMk cId="3596528947" sldId="369"/>
            <ac:grpSpMk id="6" creationId="{6B2426D0-71A8-896D-98C7-C73086D69C06}"/>
          </ac:grpSpMkLst>
        </pc:grpChg>
        <pc:cxnChg chg="mod">
          <ac:chgData name="Hebrida Neto" userId="c146294335f3bfc0" providerId="LiveId" clId="{B272D936-58F0-4904-8A4C-77A85B764A1A}" dt="2026-03-03T02:16:01.770" v="3035"/>
          <ac:cxnSpMkLst>
            <pc:docMk/>
            <pc:sldMk cId="3596528947" sldId="369"/>
            <ac:cxnSpMk id="14" creationId="{8D2AA9D6-B206-102A-1DDC-C86E7B80BA96}"/>
          </ac:cxnSpMkLst>
        </pc:cxnChg>
      </pc:sldChg>
      <pc:sldChg chg="addSp modSp add mod">
        <pc:chgData name="Hebrida Neto" userId="c146294335f3bfc0" providerId="LiveId" clId="{B272D936-58F0-4904-8A4C-77A85B764A1A}" dt="2026-03-03T02:24:32.206" v="3076" actId="14100"/>
        <pc:sldMkLst>
          <pc:docMk/>
          <pc:sldMk cId="1012711694" sldId="370"/>
        </pc:sldMkLst>
        <pc:spChg chg="mod">
          <ac:chgData name="Hebrida Neto" userId="c146294335f3bfc0" providerId="LiveId" clId="{B272D936-58F0-4904-8A4C-77A85B764A1A}" dt="2026-03-03T02:24:08.518" v="3066" actId="6549"/>
          <ac:spMkLst>
            <pc:docMk/>
            <pc:sldMk cId="1012711694" sldId="370"/>
            <ac:spMk id="5" creationId="{00965E85-F225-0687-FD45-827BEEC377C9}"/>
          </ac:spMkLst>
        </pc:spChg>
        <pc:grpChg chg="mod">
          <ac:chgData name="Hebrida Neto" userId="c146294335f3bfc0" providerId="LiveId" clId="{B272D936-58F0-4904-8A4C-77A85B764A1A}" dt="2026-03-03T02:24:26.146" v="3074" actId="1076"/>
          <ac:grpSpMkLst>
            <pc:docMk/>
            <pc:sldMk cId="1012711694" sldId="370"/>
            <ac:grpSpMk id="6" creationId="{804193DB-B146-3F69-AC32-9E48E7992210}"/>
          </ac:grpSpMkLst>
        </pc:grpChg>
        <pc:picChg chg="add mod">
          <ac:chgData name="Hebrida Neto" userId="c146294335f3bfc0" providerId="LiveId" clId="{B272D936-58F0-4904-8A4C-77A85B764A1A}" dt="2026-03-03T02:24:32.206" v="3076" actId="14100"/>
          <ac:picMkLst>
            <pc:docMk/>
            <pc:sldMk cId="1012711694" sldId="370"/>
            <ac:picMk id="9" creationId="{34FAEA35-0F20-D9D3-B7F5-7A5BE221CDA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E6105-B565-6F48-9404-98C04E765FD6}" type="datetimeFigureOut">
              <a:t>02/03/2026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67A31-8C3A-FF45-B048-5855BF5387C9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4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12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7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B0E0-2E6A-57C2-0964-602DED09C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126DF-88B2-332B-A4E0-8A7D0834A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48354-AAB1-9EE5-F45F-CC01F6313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37FFB-82C3-09F9-5FD0-7754DAEFA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48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4DB21-978A-2CEF-4ABD-40387153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2743F-DC19-374B-EB7A-526F6925E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2757F-C2F4-D702-457D-01868C6D8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0E61E-FFA3-FC25-0F5B-591C218B6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20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339FC-9D8D-23F2-7827-28B3E3E1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E4087-7DC5-41F2-0ED4-814BB7E52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91579-E6B5-B229-24D0-54C97B87A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36F43-8794-3E62-AD8D-8EB2EC76C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14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3516E-48FF-0074-ED4B-14E5A459F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2D619-565C-3B30-BCCC-D72B05098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433A4-D280-4B56-4E44-4B4BBACCE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35104-AC7A-D518-C3E7-56B3A9D91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98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B47F8-7164-5096-104F-D4CD77B1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4DD29-114C-D324-3239-C7CD92EB8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33AC6-DB92-62D9-730B-851ED1004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1C3E9-9B72-39DD-5A6F-FD9CDB7A2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97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ECB42-68D9-F69E-B50E-082C25658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21E15-05C8-CA1B-8C50-3E154FEF8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6246BC-64FF-E2F5-21D3-45D40C0A1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BFE2F-F139-9903-3855-1170C2D70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32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010DD-6783-A06D-7ACA-9FB28602A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E75867-A992-5D7C-FD78-708AB10E7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88CD23-6D61-BE75-727D-47BE74FEA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F0EE8-BBBA-9B7C-D94B-97AED2C1C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72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51945-C494-EF67-45E3-01B5CE31F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1A5AF-D763-BDBF-F83C-C7B326EA5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5B37B-A3E7-777F-DA4D-395061732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5CC22-545B-B32B-5742-A77C2E81F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94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684E3-0D13-19C2-1075-409D38B28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13F7E-3B3B-FF15-5302-6B0190D22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7993B-5C3B-B8D3-3174-7CAA42294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4D26B-67E0-8BF9-7894-95D1D98CA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02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B3D53-76F6-9510-5B6D-34BF0088B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1FEFB1-B186-BF79-E63C-49D8F4B25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C23DD-81AC-0627-C786-6442E4052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8589C-F3F9-8AEF-3B3A-1277F2EEC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9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B8D6D-21E9-8BC2-B6EC-193D0F4C4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F5535-4BBE-7D98-C16C-C7A9CDA7F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6D6B9-7C95-4656-6AAA-97429E09B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35CFB-66B3-677A-EF1D-5416489002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51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552E3-6B62-D111-ACAE-A962EF5A0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4B3CE-1181-CBF4-6D4D-877738BC7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6A180-36F4-F38B-41CB-CAAF3720D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525FC-4A8C-1594-773D-9B950586E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4EEC3-CBF0-C122-05F4-15DE13D62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D67AE-2A60-7A2F-55E0-AB6022479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225F4-415C-B919-CDDC-005D42E4D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6B430-F6AA-0EB6-B81C-5F020CE9A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74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8157D-58A4-0BDD-7CAD-E79CD9086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ADBF2-2EA4-0117-42CB-15E46AAE5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F629CA-0B89-615F-C996-05F478DA5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EC82C-80F3-51E9-10A3-F673FB114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864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7F313-A76A-7E95-CAFA-DB18AD28A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888120-DE60-9F63-A183-21DEF651C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5EC25-22F0-7FEB-2DF3-3298E70A0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09235-54C7-6667-34B9-110E1EE63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422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A0C7E-AA1C-BD8B-8160-9C8AD537A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44510-78D7-8C85-0C53-294FF8D50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F1E73-D70C-43EA-C959-E2065EA0A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58ACC-7A12-B132-0FE6-34E82DBB6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503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80213-39C9-C920-B0FF-52838731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40E39-CA68-1FC5-4E28-2152D5AFB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DB271-46EB-3DB5-3AE8-92C63F811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50E96-69A2-2574-C18F-0BFB3DB1F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877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2830F-0C0B-35AE-DE1D-21A268987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47807-B9A6-0E0D-ED9F-050753138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8DA47-C13E-704A-A145-ECAE35358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F4EB6-F17A-126F-B410-F2DF9F5B3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6354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19A1B-E43A-DD29-C7B6-D4CFA5B62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9702A-6270-CD7F-6361-A84150301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3F32E-478C-7CF5-6BBA-1AFD43F40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65578-3694-22BF-DBF3-7B32F1DEE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529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E5BE4-F7A5-7E94-54CD-A049F05DB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00804-2919-1811-26FA-716863F7D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8D3F7-3B19-783F-67A2-EBACFDC84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6C600-AC05-F3F0-F208-72781359B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6324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BB761-DC0F-8F02-15CD-62468A8CE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A7134-64DC-045B-D884-249C46A36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585F8-AA90-6E56-6A7C-BCAFC729C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69360-817A-A323-3844-0AC46EC20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849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899C-2AA1-7ED8-E5E8-D91DDAE3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A66BC-04BB-3DAE-E0FD-6CEA5D39D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112E2-7420-68CE-B01C-0CF8C5557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C60A3-18F6-B323-E53D-6FAF7BDFE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125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4D145-DCF7-CFEC-2299-620FD4363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F3C2E-FB27-FB84-F905-C296FA1A0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A696C-5B44-49C6-F9E3-521337057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58D6F-13BD-5C2F-1447-9B99147D6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016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F3F7D-11DC-A2F0-5BD2-2046AAEB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3C1F0-10BD-1871-4E6B-6398CCE03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FEFD1-72A4-21D7-A471-F7A78ED77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C137D-A5A5-775C-5752-56422DA31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766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93CBB-79BF-A95D-EEC1-F8556D7B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A5BE5-E2B8-2F34-A0F9-4D77A7AE0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8240A-56A2-F0CC-D258-3050B1116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902E6-4291-C17C-5456-9D4BA96EC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94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79541-F035-A3CB-A3F0-88597BB47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C03D7-4FEF-5515-F692-553D7F760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EA833-B9CB-89B5-E03D-EFFED11D6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5A65D-07C3-4814-E28A-BC72E9C47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730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CB0F7-FA50-537A-B571-3525187D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691AD-8EFB-C453-B20A-DFB98AA81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D35B3-DAD1-F4AC-06D9-BB3216DAB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B7C5E-4F11-89EE-76B8-BE8CF7C60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103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E1247-9184-6446-A10D-13C2A602C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F8ED1-C6EE-A676-01A0-AE62264AE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7E1CD-D2B6-A351-8F19-917F9CC8A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BB468-3ABA-E9CA-F676-0213B6805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57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19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4259C59-51B1-4FC4-8838-23798885C0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3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6BAAE69-B3F8-1445-8E5D-90FF0E8D9A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4606723" cy="6858000"/>
          </a:xfrm>
          <a:custGeom>
            <a:avLst/>
            <a:gdLst>
              <a:gd name="connsiteX0" fmla="*/ 0 w 4606723"/>
              <a:gd name="connsiteY0" fmla="*/ 0 h 6858000"/>
              <a:gd name="connsiteX1" fmla="*/ 4606723 w 4606723"/>
              <a:gd name="connsiteY1" fmla="*/ 0 h 6858000"/>
              <a:gd name="connsiteX2" fmla="*/ 4606723 w 4606723"/>
              <a:gd name="connsiteY2" fmla="*/ 6858000 h 6858000"/>
              <a:gd name="connsiteX3" fmla="*/ 0 w 46067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6723" h="6858000">
                <a:moveTo>
                  <a:pt x="0" y="0"/>
                </a:moveTo>
                <a:lnTo>
                  <a:pt x="4606723" y="0"/>
                </a:lnTo>
                <a:lnTo>
                  <a:pt x="4606723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0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F7117A9-7B2A-4F09-B6E1-28DE5BBE33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8" cy="4132162"/>
          </a:xfrm>
          <a:custGeom>
            <a:avLst/>
            <a:gdLst>
              <a:gd name="connsiteX0" fmla="*/ 0 w 12191998"/>
              <a:gd name="connsiteY0" fmla="*/ 0 h 4132162"/>
              <a:gd name="connsiteX1" fmla="*/ 12191998 w 12191998"/>
              <a:gd name="connsiteY1" fmla="*/ 0 h 4132162"/>
              <a:gd name="connsiteX2" fmla="*/ 12191998 w 12191998"/>
              <a:gd name="connsiteY2" fmla="*/ 4132162 h 4132162"/>
              <a:gd name="connsiteX3" fmla="*/ 0 w 12191998"/>
              <a:gd name="connsiteY3" fmla="*/ 4132162 h 413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8" h="4132162">
                <a:moveTo>
                  <a:pt x="0" y="0"/>
                </a:moveTo>
                <a:lnTo>
                  <a:pt x="12191998" y="0"/>
                </a:lnTo>
                <a:lnTo>
                  <a:pt x="12191998" y="4132162"/>
                </a:lnTo>
                <a:lnTo>
                  <a:pt x="0" y="41321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0FC6FC4-CB99-D448-9065-D91D2570C3F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1" y="0"/>
            <a:ext cx="5188291" cy="4132162"/>
          </a:xfrm>
          <a:custGeom>
            <a:avLst/>
            <a:gdLst>
              <a:gd name="connsiteX0" fmla="*/ 0 w 5188291"/>
              <a:gd name="connsiteY0" fmla="*/ 0 h 4132162"/>
              <a:gd name="connsiteX1" fmla="*/ 5188291 w 5188291"/>
              <a:gd name="connsiteY1" fmla="*/ 0 h 4132162"/>
              <a:gd name="connsiteX2" fmla="*/ 5188291 w 5188291"/>
              <a:gd name="connsiteY2" fmla="*/ 4132162 h 4132162"/>
              <a:gd name="connsiteX3" fmla="*/ 0 w 5188291"/>
              <a:gd name="connsiteY3" fmla="*/ 4132162 h 413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8291" h="4132162">
                <a:moveTo>
                  <a:pt x="0" y="0"/>
                </a:moveTo>
                <a:lnTo>
                  <a:pt x="5188291" y="0"/>
                </a:lnTo>
                <a:lnTo>
                  <a:pt x="5188291" y="4132162"/>
                </a:lnTo>
                <a:lnTo>
                  <a:pt x="0" y="4132162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2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B65159-50BE-7443-82BB-6E451744F8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512" y="0"/>
            <a:ext cx="5748148" cy="6858000"/>
          </a:xfrm>
          <a:custGeom>
            <a:avLst/>
            <a:gdLst>
              <a:gd name="connsiteX0" fmla="*/ 0 w 5748148"/>
              <a:gd name="connsiteY0" fmla="*/ 0 h 6858000"/>
              <a:gd name="connsiteX1" fmla="*/ 921059 w 5748148"/>
              <a:gd name="connsiteY1" fmla="*/ 0 h 6858000"/>
              <a:gd name="connsiteX2" fmla="*/ 2294058 w 5748148"/>
              <a:gd name="connsiteY2" fmla="*/ 0 h 6858000"/>
              <a:gd name="connsiteX3" fmla="*/ 4508577 w 5748148"/>
              <a:gd name="connsiteY3" fmla="*/ 0 h 6858000"/>
              <a:gd name="connsiteX4" fmla="*/ 5748148 w 5748148"/>
              <a:gd name="connsiteY4" fmla="*/ 6858000 h 6858000"/>
              <a:gd name="connsiteX5" fmla="*/ 2294058 w 5748148"/>
              <a:gd name="connsiteY5" fmla="*/ 6858000 h 6858000"/>
              <a:gd name="connsiteX6" fmla="*/ 921059 w 5748148"/>
              <a:gd name="connsiteY6" fmla="*/ 6858000 h 6858000"/>
              <a:gd name="connsiteX7" fmla="*/ 0 w 5748148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48148" h="6858000">
                <a:moveTo>
                  <a:pt x="0" y="0"/>
                </a:moveTo>
                <a:lnTo>
                  <a:pt x="921059" y="0"/>
                </a:lnTo>
                <a:lnTo>
                  <a:pt x="2294058" y="0"/>
                </a:lnTo>
                <a:lnTo>
                  <a:pt x="4508577" y="0"/>
                </a:lnTo>
                <a:lnTo>
                  <a:pt x="5748148" y="6858000"/>
                </a:lnTo>
                <a:lnTo>
                  <a:pt x="2294058" y="6858000"/>
                </a:lnTo>
                <a:lnTo>
                  <a:pt x="921059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1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8F4B83B-E447-410B-B6DD-D3CA58D338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748304"/>
            <a:ext cx="12192000" cy="2100729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5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8F4B83B-E447-410B-B6DD-D3CA58D338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781112" y="0"/>
            <a:ext cx="1410888" cy="68490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7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8F4B83B-E447-410B-B6DD-D3CA58D338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490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9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852EE8C-106F-7742-9DC8-3ABD3C47B3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777277"/>
            <a:ext cx="5346700" cy="5303446"/>
          </a:xfrm>
          <a:custGeom>
            <a:avLst/>
            <a:gdLst>
              <a:gd name="connsiteX0" fmla="*/ 0 w 5346700"/>
              <a:gd name="connsiteY0" fmla="*/ 0 h 5303446"/>
              <a:gd name="connsiteX1" fmla="*/ 5346700 w 5346700"/>
              <a:gd name="connsiteY1" fmla="*/ 0 h 5303446"/>
              <a:gd name="connsiteX2" fmla="*/ 5346700 w 5346700"/>
              <a:gd name="connsiteY2" fmla="*/ 5303446 h 5303446"/>
              <a:gd name="connsiteX3" fmla="*/ 0 w 5346700"/>
              <a:gd name="connsiteY3" fmla="*/ 5303446 h 53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6700" h="5303446">
                <a:moveTo>
                  <a:pt x="0" y="0"/>
                </a:moveTo>
                <a:lnTo>
                  <a:pt x="5346700" y="0"/>
                </a:lnTo>
                <a:lnTo>
                  <a:pt x="5346700" y="5303446"/>
                </a:lnTo>
                <a:lnTo>
                  <a:pt x="0" y="53034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2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6A4C288-5171-4F3F-A9E6-0B29999BAA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0493" y="0"/>
            <a:ext cx="5435505" cy="3320941"/>
          </a:xfrm>
          <a:custGeom>
            <a:avLst/>
            <a:gdLst>
              <a:gd name="connsiteX0" fmla="*/ 0 w 5435505"/>
              <a:gd name="connsiteY0" fmla="*/ 0 h 3320941"/>
              <a:gd name="connsiteX1" fmla="*/ 5435505 w 5435505"/>
              <a:gd name="connsiteY1" fmla="*/ 0 h 3320941"/>
              <a:gd name="connsiteX2" fmla="*/ 5435505 w 5435505"/>
              <a:gd name="connsiteY2" fmla="*/ 3320941 h 3320941"/>
              <a:gd name="connsiteX3" fmla="*/ 0 w 5435505"/>
              <a:gd name="connsiteY3" fmla="*/ 3320941 h 332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505" h="3320941">
                <a:moveTo>
                  <a:pt x="0" y="0"/>
                </a:moveTo>
                <a:lnTo>
                  <a:pt x="5435505" y="0"/>
                </a:lnTo>
                <a:lnTo>
                  <a:pt x="5435505" y="3320941"/>
                </a:lnTo>
                <a:lnTo>
                  <a:pt x="0" y="332094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8B228E-9D95-4393-A746-2283228148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94" y="3320940"/>
            <a:ext cx="5435506" cy="3537059"/>
          </a:xfrm>
          <a:custGeom>
            <a:avLst/>
            <a:gdLst>
              <a:gd name="connsiteX0" fmla="*/ 0 w 5435506"/>
              <a:gd name="connsiteY0" fmla="*/ 0 h 3537059"/>
              <a:gd name="connsiteX1" fmla="*/ 5435506 w 5435506"/>
              <a:gd name="connsiteY1" fmla="*/ 0 h 3537059"/>
              <a:gd name="connsiteX2" fmla="*/ 5435506 w 5435506"/>
              <a:gd name="connsiteY2" fmla="*/ 3537059 h 3537059"/>
              <a:gd name="connsiteX3" fmla="*/ 0 w 5435506"/>
              <a:gd name="connsiteY3" fmla="*/ 3537059 h 3537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506" h="3537059">
                <a:moveTo>
                  <a:pt x="0" y="0"/>
                </a:moveTo>
                <a:lnTo>
                  <a:pt x="5435506" y="0"/>
                </a:lnTo>
                <a:lnTo>
                  <a:pt x="5435506" y="3537059"/>
                </a:lnTo>
                <a:lnTo>
                  <a:pt x="0" y="353705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14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92A0C23-107A-470E-AEA3-863F2C96E4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24323" y="1047972"/>
            <a:ext cx="4594646" cy="4594646"/>
          </a:xfrm>
          <a:custGeom>
            <a:avLst/>
            <a:gdLst>
              <a:gd name="connsiteX0" fmla="*/ 2297323 w 4594646"/>
              <a:gd name="connsiteY0" fmla="*/ 0 h 4594646"/>
              <a:gd name="connsiteX1" fmla="*/ 4594646 w 4594646"/>
              <a:gd name="connsiteY1" fmla="*/ 2297323 h 4594646"/>
              <a:gd name="connsiteX2" fmla="*/ 2297323 w 4594646"/>
              <a:gd name="connsiteY2" fmla="*/ 4594646 h 4594646"/>
              <a:gd name="connsiteX3" fmla="*/ 0 w 4594646"/>
              <a:gd name="connsiteY3" fmla="*/ 2297323 h 4594646"/>
              <a:gd name="connsiteX4" fmla="*/ 2297323 w 4594646"/>
              <a:gd name="connsiteY4" fmla="*/ 0 h 459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4646" h="4594646">
                <a:moveTo>
                  <a:pt x="2297323" y="0"/>
                </a:moveTo>
                <a:cubicBezTo>
                  <a:pt x="3566099" y="0"/>
                  <a:pt x="4594646" y="1028547"/>
                  <a:pt x="4594646" y="2297323"/>
                </a:cubicBezTo>
                <a:cubicBezTo>
                  <a:pt x="4594646" y="3566099"/>
                  <a:pt x="3566099" y="4594646"/>
                  <a:pt x="2297323" y="4594646"/>
                </a:cubicBezTo>
                <a:cubicBezTo>
                  <a:pt x="1028547" y="4594646"/>
                  <a:pt x="0" y="3566099"/>
                  <a:pt x="0" y="2297323"/>
                </a:cubicBezTo>
                <a:cubicBezTo>
                  <a:pt x="0" y="1028547"/>
                  <a:pt x="1028547" y="0"/>
                  <a:pt x="2297323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70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A6D0CB-A5A1-D34C-920C-59D31BBF14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587" y="628650"/>
            <a:ext cx="5854095" cy="5600700"/>
          </a:xfrm>
          <a:custGeom>
            <a:avLst/>
            <a:gdLst>
              <a:gd name="connsiteX0" fmla="*/ 306526 w 5854095"/>
              <a:gd name="connsiteY0" fmla="*/ 0 h 5600700"/>
              <a:gd name="connsiteX1" fmla="*/ 5547569 w 5854095"/>
              <a:gd name="connsiteY1" fmla="*/ 0 h 5600700"/>
              <a:gd name="connsiteX2" fmla="*/ 5854095 w 5854095"/>
              <a:gd name="connsiteY2" fmla="*/ 306526 h 5600700"/>
              <a:gd name="connsiteX3" fmla="*/ 5854095 w 5854095"/>
              <a:gd name="connsiteY3" fmla="*/ 5294174 h 5600700"/>
              <a:gd name="connsiteX4" fmla="*/ 5547569 w 5854095"/>
              <a:gd name="connsiteY4" fmla="*/ 5600700 h 5600700"/>
              <a:gd name="connsiteX5" fmla="*/ 306526 w 5854095"/>
              <a:gd name="connsiteY5" fmla="*/ 5600700 h 5600700"/>
              <a:gd name="connsiteX6" fmla="*/ 0 w 5854095"/>
              <a:gd name="connsiteY6" fmla="*/ 5294174 h 5600700"/>
              <a:gd name="connsiteX7" fmla="*/ 0 w 5854095"/>
              <a:gd name="connsiteY7" fmla="*/ 306526 h 5600700"/>
              <a:gd name="connsiteX8" fmla="*/ 306526 w 5854095"/>
              <a:gd name="connsiteY8" fmla="*/ 0 h 560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54095" h="5600700">
                <a:moveTo>
                  <a:pt x="306526" y="0"/>
                </a:moveTo>
                <a:lnTo>
                  <a:pt x="5547569" y="0"/>
                </a:lnTo>
                <a:cubicBezTo>
                  <a:pt x="5716859" y="0"/>
                  <a:pt x="5854095" y="137236"/>
                  <a:pt x="5854095" y="306526"/>
                </a:cubicBezTo>
                <a:lnTo>
                  <a:pt x="5854095" y="5294174"/>
                </a:lnTo>
                <a:cubicBezTo>
                  <a:pt x="5854095" y="5463464"/>
                  <a:pt x="5716859" y="5600700"/>
                  <a:pt x="5547569" y="5600700"/>
                </a:cubicBezTo>
                <a:lnTo>
                  <a:pt x="306526" y="5600700"/>
                </a:lnTo>
                <a:cubicBezTo>
                  <a:pt x="137236" y="5600700"/>
                  <a:pt x="0" y="5463464"/>
                  <a:pt x="0" y="5294174"/>
                </a:cubicBezTo>
                <a:lnTo>
                  <a:pt x="0" y="306526"/>
                </a:lnTo>
                <a:cubicBezTo>
                  <a:pt x="0" y="137236"/>
                  <a:pt x="137236" y="0"/>
                  <a:pt x="30652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bg1">
                <a:lumMod val="95000"/>
              </a:schemeClr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8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85570F4-D21A-4EF5-B526-BBA679E51E0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31074" y="5070474"/>
            <a:ext cx="900296" cy="900296"/>
          </a:xfrm>
          <a:custGeom>
            <a:avLst/>
            <a:gdLst>
              <a:gd name="connsiteX0" fmla="*/ 450148 w 900296"/>
              <a:gd name="connsiteY0" fmla="*/ 0 h 900296"/>
              <a:gd name="connsiteX1" fmla="*/ 900296 w 900296"/>
              <a:gd name="connsiteY1" fmla="*/ 450148 h 900296"/>
              <a:gd name="connsiteX2" fmla="*/ 450148 w 900296"/>
              <a:gd name="connsiteY2" fmla="*/ 900296 h 900296"/>
              <a:gd name="connsiteX3" fmla="*/ 0 w 900296"/>
              <a:gd name="connsiteY3" fmla="*/ 450148 h 900296"/>
              <a:gd name="connsiteX4" fmla="*/ 450148 w 900296"/>
              <a:gd name="connsiteY4" fmla="*/ 0 h 90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296" h="900296">
                <a:moveTo>
                  <a:pt x="450148" y="0"/>
                </a:moveTo>
                <a:cubicBezTo>
                  <a:pt x="698758" y="0"/>
                  <a:pt x="900296" y="201538"/>
                  <a:pt x="900296" y="450148"/>
                </a:cubicBezTo>
                <a:cubicBezTo>
                  <a:pt x="900296" y="698758"/>
                  <a:pt x="698758" y="900296"/>
                  <a:pt x="450148" y="900296"/>
                </a:cubicBezTo>
                <a:cubicBezTo>
                  <a:pt x="201538" y="900296"/>
                  <a:pt x="0" y="698758"/>
                  <a:pt x="0" y="450148"/>
                </a:cubicBezTo>
                <a:cubicBezTo>
                  <a:pt x="0" y="201538"/>
                  <a:pt x="201538" y="0"/>
                  <a:pt x="450148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gradFill>
              <a:gsLst>
                <a:gs pos="0">
                  <a:srgbClr val="57FFE3"/>
                </a:gs>
                <a:gs pos="100000">
                  <a:srgbClr val="00C4FF"/>
                </a:gs>
              </a:gsLst>
              <a:lin ang="5400000" scaled="1"/>
            </a:gra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D83EBD6-4EA4-48DB-9B7E-FE2954652F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31074" y="3629376"/>
            <a:ext cx="900296" cy="900296"/>
          </a:xfrm>
          <a:custGeom>
            <a:avLst/>
            <a:gdLst>
              <a:gd name="connsiteX0" fmla="*/ 450148 w 900296"/>
              <a:gd name="connsiteY0" fmla="*/ 0 h 900296"/>
              <a:gd name="connsiteX1" fmla="*/ 900296 w 900296"/>
              <a:gd name="connsiteY1" fmla="*/ 450148 h 900296"/>
              <a:gd name="connsiteX2" fmla="*/ 450148 w 900296"/>
              <a:gd name="connsiteY2" fmla="*/ 900296 h 900296"/>
              <a:gd name="connsiteX3" fmla="*/ 0 w 900296"/>
              <a:gd name="connsiteY3" fmla="*/ 450148 h 900296"/>
              <a:gd name="connsiteX4" fmla="*/ 450148 w 900296"/>
              <a:gd name="connsiteY4" fmla="*/ 0 h 90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296" h="900296">
                <a:moveTo>
                  <a:pt x="450148" y="0"/>
                </a:moveTo>
                <a:cubicBezTo>
                  <a:pt x="698758" y="0"/>
                  <a:pt x="900296" y="201538"/>
                  <a:pt x="900296" y="450148"/>
                </a:cubicBezTo>
                <a:cubicBezTo>
                  <a:pt x="900296" y="698758"/>
                  <a:pt x="698758" y="900296"/>
                  <a:pt x="450148" y="900296"/>
                </a:cubicBezTo>
                <a:cubicBezTo>
                  <a:pt x="201538" y="900296"/>
                  <a:pt x="0" y="698758"/>
                  <a:pt x="0" y="450148"/>
                </a:cubicBezTo>
                <a:cubicBezTo>
                  <a:pt x="0" y="201538"/>
                  <a:pt x="201538" y="0"/>
                  <a:pt x="450148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gradFill>
              <a:gsLst>
                <a:gs pos="0">
                  <a:srgbClr val="57FFE3"/>
                </a:gs>
                <a:gs pos="100000">
                  <a:srgbClr val="00C4FF"/>
                </a:gs>
              </a:gsLst>
              <a:lin ang="5400000" scaled="1"/>
            </a:gra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CB70A1-1091-4927-9807-527E1E2A5A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2379" y="1"/>
            <a:ext cx="5189620" cy="6857999"/>
          </a:xfrm>
          <a:custGeom>
            <a:avLst/>
            <a:gdLst>
              <a:gd name="connsiteX0" fmla="*/ 0 w 5189620"/>
              <a:gd name="connsiteY0" fmla="*/ 0 h 6857999"/>
              <a:gd name="connsiteX1" fmla="*/ 5189620 w 5189620"/>
              <a:gd name="connsiteY1" fmla="*/ 0 h 6857999"/>
              <a:gd name="connsiteX2" fmla="*/ 5189620 w 5189620"/>
              <a:gd name="connsiteY2" fmla="*/ 6857999 h 6857999"/>
              <a:gd name="connsiteX3" fmla="*/ 0 w 518962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9620" h="6857999">
                <a:moveTo>
                  <a:pt x="0" y="0"/>
                </a:moveTo>
                <a:lnTo>
                  <a:pt x="5189620" y="0"/>
                </a:lnTo>
                <a:lnTo>
                  <a:pt x="5189620" y="6857999"/>
                </a:lnTo>
                <a:lnTo>
                  <a:pt x="0" y="685799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0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AC26479-6E60-B349-A914-B77FAACCF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827089" cy="6858000"/>
          </a:xfrm>
          <a:custGeom>
            <a:avLst/>
            <a:gdLst>
              <a:gd name="connsiteX0" fmla="*/ 0 w 4827089"/>
              <a:gd name="connsiteY0" fmla="*/ 0 h 6858000"/>
              <a:gd name="connsiteX1" fmla="*/ 3587518 w 4827089"/>
              <a:gd name="connsiteY1" fmla="*/ 0 h 6858000"/>
              <a:gd name="connsiteX2" fmla="*/ 4827089 w 4827089"/>
              <a:gd name="connsiteY2" fmla="*/ 6858000 h 6858000"/>
              <a:gd name="connsiteX3" fmla="*/ 0 w 482708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089" h="6858000">
                <a:moveTo>
                  <a:pt x="0" y="0"/>
                </a:moveTo>
                <a:lnTo>
                  <a:pt x="3587518" y="0"/>
                </a:lnTo>
                <a:lnTo>
                  <a:pt x="4827089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40EF20-9B22-40FC-AD1B-9FF0700ACD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169" y="1047972"/>
            <a:ext cx="4594646" cy="4594646"/>
          </a:xfrm>
          <a:custGeom>
            <a:avLst/>
            <a:gdLst>
              <a:gd name="connsiteX0" fmla="*/ 2297323 w 4594646"/>
              <a:gd name="connsiteY0" fmla="*/ 0 h 4594646"/>
              <a:gd name="connsiteX1" fmla="*/ 4594646 w 4594646"/>
              <a:gd name="connsiteY1" fmla="*/ 2297323 h 4594646"/>
              <a:gd name="connsiteX2" fmla="*/ 2297323 w 4594646"/>
              <a:gd name="connsiteY2" fmla="*/ 4594646 h 4594646"/>
              <a:gd name="connsiteX3" fmla="*/ 0 w 4594646"/>
              <a:gd name="connsiteY3" fmla="*/ 2297323 h 4594646"/>
              <a:gd name="connsiteX4" fmla="*/ 2297323 w 4594646"/>
              <a:gd name="connsiteY4" fmla="*/ 0 h 459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4646" h="4594646">
                <a:moveTo>
                  <a:pt x="2297323" y="0"/>
                </a:moveTo>
                <a:cubicBezTo>
                  <a:pt x="3566099" y="0"/>
                  <a:pt x="4594646" y="1028547"/>
                  <a:pt x="4594646" y="2297323"/>
                </a:cubicBezTo>
                <a:cubicBezTo>
                  <a:pt x="4594646" y="3566099"/>
                  <a:pt x="3566099" y="4594646"/>
                  <a:pt x="2297323" y="4594646"/>
                </a:cubicBezTo>
                <a:cubicBezTo>
                  <a:pt x="1028547" y="4594646"/>
                  <a:pt x="0" y="3566099"/>
                  <a:pt x="0" y="2297323"/>
                </a:cubicBezTo>
                <a:cubicBezTo>
                  <a:pt x="0" y="1028547"/>
                  <a:pt x="1028547" y="0"/>
                  <a:pt x="2297323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44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8A14405-7D17-4DC1-8287-55E2AE678D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034927" cy="6853687"/>
          </a:xfrm>
          <a:custGeom>
            <a:avLst/>
            <a:gdLst>
              <a:gd name="connsiteX0" fmla="*/ 0 w 7034927"/>
              <a:gd name="connsiteY0" fmla="*/ 0 h 6853687"/>
              <a:gd name="connsiteX1" fmla="*/ 7034927 w 7034927"/>
              <a:gd name="connsiteY1" fmla="*/ 0 h 6853687"/>
              <a:gd name="connsiteX2" fmla="*/ 6110016 w 7034927"/>
              <a:gd name="connsiteY2" fmla="*/ 6853687 h 6853687"/>
              <a:gd name="connsiteX3" fmla="*/ 0 w 7034927"/>
              <a:gd name="connsiteY3" fmla="*/ 6853687 h 685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34927" h="6853687">
                <a:moveTo>
                  <a:pt x="0" y="0"/>
                </a:moveTo>
                <a:lnTo>
                  <a:pt x="7034927" y="0"/>
                </a:lnTo>
                <a:lnTo>
                  <a:pt x="6110016" y="6853687"/>
                </a:lnTo>
                <a:lnTo>
                  <a:pt x="0" y="685368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89128F8-3602-4DA7-B660-873EB8E50C7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52400" y="1176680"/>
            <a:ext cx="1990553" cy="1990553"/>
          </a:xfrm>
          <a:custGeom>
            <a:avLst/>
            <a:gdLst>
              <a:gd name="connsiteX0" fmla="*/ 331765 w 1990553"/>
              <a:gd name="connsiteY0" fmla="*/ 0 h 1990553"/>
              <a:gd name="connsiteX1" fmla="*/ 1658788 w 1990553"/>
              <a:gd name="connsiteY1" fmla="*/ 0 h 1990553"/>
              <a:gd name="connsiteX2" fmla="*/ 1990553 w 1990553"/>
              <a:gd name="connsiteY2" fmla="*/ 331765 h 1990553"/>
              <a:gd name="connsiteX3" fmla="*/ 1990553 w 1990553"/>
              <a:gd name="connsiteY3" fmla="*/ 1658788 h 1990553"/>
              <a:gd name="connsiteX4" fmla="*/ 1658788 w 1990553"/>
              <a:gd name="connsiteY4" fmla="*/ 1990553 h 1990553"/>
              <a:gd name="connsiteX5" fmla="*/ 331765 w 1990553"/>
              <a:gd name="connsiteY5" fmla="*/ 1990553 h 1990553"/>
              <a:gd name="connsiteX6" fmla="*/ 0 w 1990553"/>
              <a:gd name="connsiteY6" fmla="*/ 1658788 h 1990553"/>
              <a:gd name="connsiteX7" fmla="*/ 0 w 1990553"/>
              <a:gd name="connsiteY7" fmla="*/ 331765 h 1990553"/>
              <a:gd name="connsiteX8" fmla="*/ 331765 w 1990553"/>
              <a:gd name="connsiteY8" fmla="*/ 0 h 1990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90553" h="1990553">
                <a:moveTo>
                  <a:pt x="331765" y="0"/>
                </a:moveTo>
                <a:lnTo>
                  <a:pt x="1658788" y="0"/>
                </a:lnTo>
                <a:cubicBezTo>
                  <a:pt x="1842017" y="0"/>
                  <a:pt x="1990553" y="148536"/>
                  <a:pt x="1990553" y="331765"/>
                </a:cubicBezTo>
                <a:lnTo>
                  <a:pt x="1990553" y="1658788"/>
                </a:lnTo>
                <a:cubicBezTo>
                  <a:pt x="1990553" y="1842017"/>
                  <a:pt x="1842017" y="1990553"/>
                  <a:pt x="1658788" y="1990553"/>
                </a:cubicBezTo>
                <a:lnTo>
                  <a:pt x="331765" y="1990553"/>
                </a:lnTo>
                <a:cubicBezTo>
                  <a:pt x="148536" y="1990553"/>
                  <a:pt x="0" y="1842017"/>
                  <a:pt x="0" y="1658788"/>
                </a:cubicBezTo>
                <a:lnTo>
                  <a:pt x="0" y="331765"/>
                </a:lnTo>
                <a:cubicBezTo>
                  <a:pt x="0" y="148536"/>
                  <a:pt x="148536" y="0"/>
                  <a:pt x="331765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2AB0AC4-1ED9-4DB3-996D-5356C9A921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2399" y="3684759"/>
            <a:ext cx="1990553" cy="1990553"/>
          </a:xfrm>
          <a:custGeom>
            <a:avLst/>
            <a:gdLst>
              <a:gd name="connsiteX0" fmla="*/ 331765 w 1990553"/>
              <a:gd name="connsiteY0" fmla="*/ 0 h 1990553"/>
              <a:gd name="connsiteX1" fmla="*/ 1658788 w 1990553"/>
              <a:gd name="connsiteY1" fmla="*/ 0 h 1990553"/>
              <a:gd name="connsiteX2" fmla="*/ 1990553 w 1990553"/>
              <a:gd name="connsiteY2" fmla="*/ 331765 h 1990553"/>
              <a:gd name="connsiteX3" fmla="*/ 1990553 w 1990553"/>
              <a:gd name="connsiteY3" fmla="*/ 1658788 h 1990553"/>
              <a:gd name="connsiteX4" fmla="*/ 1658788 w 1990553"/>
              <a:gd name="connsiteY4" fmla="*/ 1990553 h 1990553"/>
              <a:gd name="connsiteX5" fmla="*/ 331765 w 1990553"/>
              <a:gd name="connsiteY5" fmla="*/ 1990553 h 1990553"/>
              <a:gd name="connsiteX6" fmla="*/ 0 w 1990553"/>
              <a:gd name="connsiteY6" fmla="*/ 1658788 h 1990553"/>
              <a:gd name="connsiteX7" fmla="*/ 0 w 1990553"/>
              <a:gd name="connsiteY7" fmla="*/ 331765 h 1990553"/>
              <a:gd name="connsiteX8" fmla="*/ 331765 w 1990553"/>
              <a:gd name="connsiteY8" fmla="*/ 0 h 1990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90553" h="1990553">
                <a:moveTo>
                  <a:pt x="331765" y="0"/>
                </a:moveTo>
                <a:lnTo>
                  <a:pt x="1658788" y="0"/>
                </a:lnTo>
                <a:cubicBezTo>
                  <a:pt x="1842017" y="0"/>
                  <a:pt x="1990553" y="148536"/>
                  <a:pt x="1990553" y="331765"/>
                </a:cubicBezTo>
                <a:lnTo>
                  <a:pt x="1990553" y="1658788"/>
                </a:lnTo>
                <a:cubicBezTo>
                  <a:pt x="1990553" y="1842017"/>
                  <a:pt x="1842017" y="1990553"/>
                  <a:pt x="1658788" y="1990553"/>
                </a:cubicBezTo>
                <a:lnTo>
                  <a:pt x="331765" y="1990553"/>
                </a:lnTo>
                <a:cubicBezTo>
                  <a:pt x="148536" y="1990553"/>
                  <a:pt x="0" y="1842017"/>
                  <a:pt x="0" y="1658788"/>
                </a:cubicBezTo>
                <a:lnTo>
                  <a:pt x="0" y="331765"/>
                </a:lnTo>
                <a:cubicBezTo>
                  <a:pt x="0" y="148536"/>
                  <a:pt x="148536" y="0"/>
                  <a:pt x="331765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72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A6F4059-9BDD-4E09-94C2-8D55B3D222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1998" cy="3428999"/>
          </a:xfrm>
          <a:custGeom>
            <a:avLst/>
            <a:gdLst>
              <a:gd name="connsiteX0" fmla="*/ 0 w 12191998"/>
              <a:gd name="connsiteY0" fmla="*/ 0 h 4132161"/>
              <a:gd name="connsiteX1" fmla="*/ 12191998 w 12191998"/>
              <a:gd name="connsiteY1" fmla="*/ 0 h 4132161"/>
              <a:gd name="connsiteX2" fmla="*/ 12191998 w 12191998"/>
              <a:gd name="connsiteY2" fmla="*/ 4132161 h 4132161"/>
              <a:gd name="connsiteX3" fmla="*/ 0 w 12191998"/>
              <a:gd name="connsiteY3" fmla="*/ 4132161 h 4132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8" h="4132161">
                <a:moveTo>
                  <a:pt x="0" y="0"/>
                </a:moveTo>
                <a:lnTo>
                  <a:pt x="12191998" y="0"/>
                </a:lnTo>
                <a:lnTo>
                  <a:pt x="12191998" y="4132161"/>
                </a:lnTo>
                <a:lnTo>
                  <a:pt x="0" y="413216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B3A1DE-93E4-B34D-9279-6DCF022E77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18102" y="2433723"/>
            <a:ext cx="2000744" cy="2000744"/>
          </a:xfrm>
          <a:custGeom>
            <a:avLst/>
            <a:gdLst>
              <a:gd name="connsiteX0" fmla="*/ 1080334 w 2160668"/>
              <a:gd name="connsiteY0" fmla="*/ 0 h 2160668"/>
              <a:gd name="connsiteX1" fmla="*/ 2160668 w 2160668"/>
              <a:gd name="connsiteY1" fmla="*/ 1080334 h 2160668"/>
              <a:gd name="connsiteX2" fmla="*/ 1080334 w 2160668"/>
              <a:gd name="connsiteY2" fmla="*/ 2160668 h 2160668"/>
              <a:gd name="connsiteX3" fmla="*/ 0 w 2160668"/>
              <a:gd name="connsiteY3" fmla="*/ 1080334 h 2160668"/>
              <a:gd name="connsiteX4" fmla="*/ 1080334 w 2160668"/>
              <a:gd name="connsiteY4" fmla="*/ 0 h 216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668" h="2160668">
                <a:moveTo>
                  <a:pt x="1080334" y="0"/>
                </a:moveTo>
                <a:cubicBezTo>
                  <a:pt x="1676986" y="0"/>
                  <a:pt x="2160668" y="483682"/>
                  <a:pt x="2160668" y="1080334"/>
                </a:cubicBezTo>
                <a:cubicBezTo>
                  <a:pt x="2160668" y="1676986"/>
                  <a:pt x="1676986" y="2160668"/>
                  <a:pt x="1080334" y="2160668"/>
                </a:cubicBezTo>
                <a:cubicBezTo>
                  <a:pt x="483682" y="2160668"/>
                  <a:pt x="0" y="1676986"/>
                  <a:pt x="0" y="1080334"/>
                </a:cubicBezTo>
                <a:cubicBezTo>
                  <a:pt x="0" y="483682"/>
                  <a:pt x="483682" y="0"/>
                  <a:pt x="108033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3168FEB-A068-2640-8681-04C21F864C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63360" y="2433723"/>
            <a:ext cx="2000744" cy="2000744"/>
          </a:xfrm>
          <a:custGeom>
            <a:avLst/>
            <a:gdLst>
              <a:gd name="connsiteX0" fmla="*/ 1080334 w 2160668"/>
              <a:gd name="connsiteY0" fmla="*/ 0 h 2160668"/>
              <a:gd name="connsiteX1" fmla="*/ 2160668 w 2160668"/>
              <a:gd name="connsiteY1" fmla="*/ 1080334 h 2160668"/>
              <a:gd name="connsiteX2" fmla="*/ 1080334 w 2160668"/>
              <a:gd name="connsiteY2" fmla="*/ 2160668 h 2160668"/>
              <a:gd name="connsiteX3" fmla="*/ 0 w 2160668"/>
              <a:gd name="connsiteY3" fmla="*/ 1080334 h 2160668"/>
              <a:gd name="connsiteX4" fmla="*/ 1080334 w 2160668"/>
              <a:gd name="connsiteY4" fmla="*/ 0 h 216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668" h="2160668">
                <a:moveTo>
                  <a:pt x="1080334" y="0"/>
                </a:moveTo>
                <a:cubicBezTo>
                  <a:pt x="1676986" y="0"/>
                  <a:pt x="2160668" y="483682"/>
                  <a:pt x="2160668" y="1080334"/>
                </a:cubicBezTo>
                <a:cubicBezTo>
                  <a:pt x="2160668" y="1676986"/>
                  <a:pt x="1676986" y="2160668"/>
                  <a:pt x="1080334" y="2160668"/>
                </a:cubicBezTo>
                <a:cubicBezTo>
                  <a:pt x="483682" y="2160668"/>
                  <a:pt x="0" y="1676986"/>
                  <a:pt x="0" y="1080334"/>
                </a:cubicBezTo>
                <a:cubicBezTo>
                  <a:pt x="0" y="483682"/>
                  <a:pt x="483682" y="0"/>
                  <a:pt x="108033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19D5025-C6DC-2A45-A5AB-C45FE73F36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72844" y="2433723"/>
            <a:ext cx="2000744" cy="2000744"/>
          </a:xfrm>
          <a:custGeom>
            <a:avLst/>
            <a:gdLst>
              <a:gd name="connsiteX0" fmla="*/ 1080334 w 2160668"/>
              <a:gd name="connsiteY0" fmla="*/ 0 h 2160668"/>
              <a:gd name="connsiteX1" fmla="*/ 2160668 w 2160668"/>
              <a:gd name="connsiteY1" fmla="*/ 1080334 h 2160668"/>
              <a:gd name="connsiteX2" fmla="*/ 1080334 w 2160668"/>
              <a:gd name="connsiteY2" fmla="*/ 2160668 h 2160668"/>
              <a:gd name="connsiteX3" fmla="*/ 0 w 2160668"/>
              <a:gd name="connsiteY3" fmla="*/ 1080334 h 2160668"/>
              <a:gd name="connsiteX4" fmla="*/ 1080334 w 2160668"/>
              <a:gd name="connsiteY4" fmla="*/ 0 h 216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668" h="2160668">
                <a:moveTo>
                  <a:pt x="1080334" y="0"/>
                </a:moveTo>
                <a:cubicBezTo>
                  <a:pt x="1676986" y="0"/>
                  <a:pt x="2160668" y="483682"/>
                  <a:pt x="2160668" y="1080334"/>
                </a:cubicBezTo>
                <a:cubicBezTo>
                  <a:pt x="2160668" y="1676986"/>
                  <a:pt x="1676986" y="2160668"/>
                  <a:pt x="1080334" y="2160668"/>
                </a:cubicBezTo>
                <a:cubicBezTo>
                  <a:pt x="483682" y="2160668"/>
                  <a:pt x="0" y="1676986"/>
                  <a:pt x="0" y="1080334"/>
                </a:cubicBezTo>
                <a:cubicBezTo>
                  <a:pt x="0" y="483682"/>
                  <a:pt x="483682" y="0"/>
                  <a:pt x="108033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04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9AD8F01-45C5-4BF0-B0B0-93DD039441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5D01BC8-6C25-804D-B64D-547CAF68F5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33443" y="3539110"/>
            <a:ext cx="1547135" cy="1547134"/>
          </a:xfrm>
          <a:custGeom>
            <a:avLst/>
            <a:gdLst>
              <a:gd name="connsiteX0" fmla="*/ 257861 w 1547135"/>
              <a:gd name="connsiteY0" fmla="*/ 0 h 1547134"/>
              <a:gd name="connsiteX1" fmla="*/ 1289275 w 1547135"/>
              <a:gd name="connsiteY1" fmla="*/ 0 h 1547134"/>
              <a:gd name="connsiteX2" fmla="*/ 1547135 w 1547135"/>
              <a:gd name="connsiteY2" fmla="*/ 257861 h 1547134"/>
              <a:gd name="connsiteX3" fmla="*/ 1547135 w 1547135"/>
              <a:gd name="connsiteY3" fmla="*/ 1289274 h 1547134"/>
              <a:gd name="connsiteX4" fmla="*/ 1289275 w 1547135"/>
              <a:gd name="connsiteY4" fmla="*/ 1547134 h 1547134"/>
              <a:gd name="connsiteX5" fmla="*/ 257861 w 1547135"/>
              <a:gd name="connsiteY5" fmla="*/ 1547134 h 1547134"/>
              <a:gd name="connsiteX6" fmla="*/ 0 w 1547135"/>
              <a:gd name="connsiteY6" fmla="*/ 1289274 h 1547134"/>
              <a:gd name="connsiteX7" fmla="*/ 0 w 1547135"/>
              <a:gd name="connsiteY7" fmla="*/ 257861 h 1547134"/>
              <a:gd name="connsiteX8" fmla="*/ 257861 w 1547135"/>
              <a:gd name="connsiteY8" fmla="*/ 0 h 154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7135" h="1547134">
                <a:moveTo>
                  <a:pt x="257861" y="0"/>
                </a:moveTo>
                <a:lnTo>
                  <a:pt x="1289275" y="0"/>
                </a:lnTo>
                <a:cubicBezTo>
                  <a:pt x="1431687" y="0"/>
                  <a:pt x="1547135" y="115448"/>
                  <a:pt x="1547135" y="257861"/>
                </a:cubicBezTo>
                <a:lnTo>
                  <a:pt x="1547135" y="1289274"/>
                </a:lnTo>
                <a:cubicBezTo>
                  <a:pt x="1547135" y="1431686"/>
                  <a:pt x="1431687" y="1547134"/>
                  <a:pt x="1289275" y="1547134"/>
                </a:cubicBezTo>
                <a:lnTo>
                  <a:pt x="257861" y="1547134"/>
                </a:lnTo>
                <a:cubicBezTo>
                  <a:pt x="115448" y="1547134"/>
                  <a:pt x="0" y="1431686"/>
                  <a:pt x="0" y="1289274"/>
                </a:cubicBezTo>
                <a:lnTo>
                  <a:pt x="0" y="257861"/>
                </a:lnTo>
                <a:cubicBezTo>
                  <a:pt x="0" y="115448"/>
                  <a:pt x="115448" y="0"/>
                  <a:pt x="25786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C4C3873-D70D-7241-890F-7EC54BA4FE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41622" y="3539110"/>
            <a:ext cx="1547135" cy="1547134"/>
          </a:xfrm>
          <a:custGeom>
            <a:avLst/>
            <a:gdLst>
              <a:gd name="connsiteX0" fmla="*/ 257861 w 1547135"/>
              <a:gd name="connsiteY0" fmla="*/ 0 h 1547134"/>
              <a:gd name="connsiteX1" fmla="*/ 1289275 w 1547135"/>
              <a:gd name="connsiteY1" fmla="*/ 0 h 1547134"/>
              <a:gd name="connsiteX2" fmla="*/ 1547135 w 1547135"/>
              <a:gd name="connsiteY2" fmla="*/ 257861 h 1547134"/>
              <a:gd name="connsiteX3" fmla="*/ 1547135 w 1547135"/>
              <a:gd name="connsiteY3" fmla="*/ 1289274 h 1547134"/>
              <a:gd name="connsiteX4" fmla="*/ 1289275 w 1547135"/>
              <a:gd name="connsiteY4" fmla="*/ 1547134 h 1547134"/>
              <a:gd name="connsiteX5" fmla="*/ 257861 w 1547135"/>
              <a:gd name="connsiteY5" fmla="*/ 1547134 h 1547134"/>
              <a:gd name="connsiteX6" fmla="*/ 0 w 1547135"/>
              <a:gd name="connsiteY6" fmla="*/ 1289274 h 1547134"/>
              <a:gd name="connsiteX7" fmla="*/ 0 w 1547135"/>
              <a:gd name="connsiteY7" fmla="*/ 257861 h 1547134"/>
              <a:gd name="connsiteX8" fmla="*/ 257861 w 1547135"/>
              <a:gd name="connsiteY8" fmla="*/ 0 h 154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7135" h="1547134">
                <a:moveTo>
                  <a:pt x="257861" y="0"/>
                </a:moveTo>
                <a:lnTo>
                  <a:pt x="1289275" y="0"/>
                </a:lnTo>
                <a:cubicBezTo>
                  <a:pt x="1431687" y="0"/>
                  <a:pt x="1547135" y="115448"/>
                  <a:pt x="1547135" y="257861"/>
                </a:cubicBezTo>
                <a:lnTo>
                  <a:pt x="1547135" y="1289274"/>
                </a:lnTo>
                <a:cubicBezTo>
                  <a:pt x="1547135" y="1431686"/>
                  <a:pt x="1431687" y="1547134"/>
                  <a:pt x="1289275" y="1547134"/>
                </a:cubicBezTo>
                <a:lnTo>
                  <a:pt x="257861" y="1547134"/>
                </a:lnTo>
                <a:cubicBezTo>
                  <a:pt x="115448" y="1547134"/>
                  <a:pt x="0" y="1431686"/>
                  <a:pt x="0" y="1289274"/>
                </a:cubicBezTo>
                <a:lnTo>
                  <a:pt x="0" y="257861"/>
                </a:lnTo>
                <a:cubicBezTo>
                  <a:pt x="0" y="115448"/>
                  <a:pt x="115448" y="0"/>
                  <a:pt x="25786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392DB8A-622C-FC45-9F73-A0ED47BDCD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5264" y="3539110"/>
            <a:ext cx="1547135" cy="1547134"/>
          </a:xfrm>
          <a:custGeom>
            <a:avLst/>
            <a:gdLst>
              <a:gd name="connsiteX0" fmla="*/ 257861 w 1547135"/>
              <a:gd name="connsiteY0" fmla="*/ 0 h 1547134"/>
              <a:gd name="connsiteX1" fmla="*/ 1289275 w 1547135"/>
              <a:gd name="connsiteY1" fmla="*/ 0 h 1547134"/>
              <a:gd name="connsiteX2" fmla="*/ 1547135 w 1547135"/>
              <a:gd name="connsiteY2" fmla="*/ 257861 h 1547134"/>
              <a:gd name="connsiteX3" fmla="*/ 1547135 w 1547135"/>
              <a:gd name="connsiteY3" fmla="*/ 1289274 h 1547134"/>
              <a:gd name="connsiteX4" fmla="*/ 1289275 w 1547135"/>
              <a:gd name="connsiteY4" fmla="*/ 1547134 h 1547134"/>
              <a:gd name="connsiteX5" fmla="*/ 257861 w 1547135"/>
              <a:gd name="connsiteY5" fmla="*/ 1547134 h 1547134"/>
              <a:gd name="connsiteX6" fmla="*/ 0 w 1547135"/>
              <a:gd name="connsiteY6" fmla="*/ 1289274 h 1547134"/>
              <a:gd name="connsiteX7" fmla="*/ 0 w 1547135"/>
              <a:gd name="connsiteY7" fmla="*/ 257861 h 1547134"/>
              <a:gd name="connsiteX8" fmla="*/ 257861 w 1547135"/>
              <a:gd name="connsiteY8" fmla="*/ 0 h 154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7135" h="1547134">
                <a:moveTo>
                  <a:pt x="257861" y="0"/>
                </a:moveTo>
                <a:lnTo>
                  <a:pt x="1289275" y="0"/>
                </a:lnTo>
                <a:cubicBezTo>
                  <a:pt x="1431687" y="0"/>
                  <a:pt x="1547135" y="115448"/>
                  <a:pt x="1547135" y="257861"/>
                </a:cubicBezTo>
                <a:lnTo>
                  <a:pt x="1547135" y="1289274"/>
                </a:lnTo>
                <a:cubicBezTo>
                  <a:pt x="1547135" y="1431686"/>
                  <a:pt x="1431687" y="1547134"/>
                  <a:pt x="1289275" y="1547134"/>
                </a:cubicBezTo>
                <a:lnTo>
                  <a:pt x="257861" y="1547134"/>
                </a:lnTo>
                <a:cubicBezTo>
                  <a:pt x="115448" y="1547134"/>
                  <a:pt x="0" y="1431686"/>
                  <a:pt x="0" y="1289274"/>
                </a:cubicBezTo>
                <a:lnTo>
                  <a:pt x="0" y="257861"/>
                </a:lnTo>
                <a:cubicBezTo>
                  <a:pt x="0" y="115448"/>
                  <a:pt x="115448" y="0"/>
                  <a:pt x="25786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87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9D5720D-E9A3-4F03-A355-69D7460EB9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0" y="0"/>
            <a:ext cx="6872288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D30F51E-62ED-4D1F-9A57-8031C559C8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57074" y="0"/>
            <a:ext cx="7034927" cy="6853687"/>
          </a:xfrm>
          <a:custGeom>
            <a:avLst/>
            <a:gdLst>
              <a:gd name="connsiteX0" fmla="*/ 0 w 7034927"/>
              <a:gd name="connsiteY0" fmla="*/ 0 h 6853687"/>
              <a:gd name="connsiteX1" fmla="*/ 7034927 w 7034927"/>
              <a:gd name="connsiteY1" fmla="*/ 0 h 6853687"/>
              <a:gd name="connsiteX2" fmla="*/ 7034927 w 7034927"/>
              <a:gd name="connsiteY2" fmla="*/ 6853687 h 6853687"/>
              <a:gd name="connsiteX3" fmla="*/ 924911 w 7034927"/>
              <a:gd name="connsiteY3" fmla="*/ 6853687 h 685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34927" h="6853687">
                <a:moveTo>
                  <a:pt x="0" y="0"/>
                </a:moveTo>
                <a:lnTo>
                  <a:pt x="7034927" y="0"/>
                </a:lnTo>
                <a:lnTo>
                  <a:pt x="7034927" y="6853687"/>
                </a:lnTo>
                <a:lnTo>
                  <a:pt x="924911" y="685368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42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37008D-5008-4AF5-93E7-5D80C02154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0049" y="824736"/>
            <a:ext cx="3887419" cy="3118950"/>
          </a:xfrm>
          <a:custGeom>
            <a:avLst/>
            <a:gdLst>
              <a:gd name="connsiteX0" fmla="*/ 519836 w 3887419"/>
              <a:gd name="connsiteY0" fmla="*/ 0 h 3118950"/>
              <a:gd name="connsiteX1" fmla="*/ 3367584 w 3887419"/>
              <a:gd name="connsiteY1" fmla="*/ 0 h 3118950"/>
              <a:gd name="connsiteX2" fmla="*/ 3887419 w 3887419"/>
              <a:gd name="connsiteY2" fmla="*/ 519836 h 3118950"/>
              <a:gd name="connsiteX3" fmla="*/ 3887419 w 3887419"/>
              <a:gd name="connsiteY3" fmla="*/ 2599115 h 3118950"/>
              <a:gd name="connsiteX4" fmla="*/ 3367584 w 3887419"/>
              <a:gd name="connsiteY4" fmla="*/ 3118950 h 3118950"/>
              <a:gd name="connsiteX5" fmla="*/ 519836 w 3887419"/>
              <a:gd name="connsiteY5" fmla="*/ 3118950 h 3118950"/>
              <a:gd name="connsiteX6" fmla="*/ 0 w 3887419"/>
              <a:gd name="connsiteY6" fmla="*/ 2599115 h 3118950"/>
              <a:gd name="connsiteX7" fmla="*/ 0 w 3887419"/>
              <a:gd name="connsiteY7" fmla="*/ 519836 h 3118950"/>
              <a:gd name="connsiteX8" fmla="*/ 519836 w 3887419"/>
              <a:gd name="connsiteY8" fmla="*/ 0 h 311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7419" h="3118950">
                <a:moveTo>
                  <a:pt x="519836" y="0"/>
                </a:moveTo>
                <a:lnTo>
                  <a:pt x="3367584" y="0"/>
                </a:lnTo>
                <a:cubicBezTo>
                  <a:pt x="3654681" y="0"/>
                  <a:pt x="3887419" y="232738"/>
                  <a:pt x="3887419" y="519836"/>
                </a:cubicBezTo>
                <a:lnTo>
                  <a:pt x="3887419" y="2599115"/>
                </a:lnTo>
                <a:cubicBezTo>
                  <a:pt x="3887419" y="2886212"/>
                  <a:pt x="3654681" y="3118950"/>
                  <a:pt x="3367584" y="3118950"/>
                </a:cubicBezTo>
                <a:lnTo>
                  <a:pt x="519836" y="3118950"/>
                </a:lnTo>
                <a:cubicBezTo>
                  <a:pt x="232738" y="3118950"/>
                  <a:pt x="0" y="2886212"/>
                  <a:pt x="0" y="2599115"/>
                </a:cubicBezTo>
                <a:lnTo>
                  <a:pt x="0" y="519836"/>
                </a:lnTo>
                <a:cubicBezTo>
                  <a:pt x="0" y="232738"/>
                  <a:pt x="232738" y="0"/>
                  <a:pt x="51983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FE28AE9-016A-4E73-BBFB-4E63358359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32645" y="2448054"/>
            <a:ext cx="2292525" cy="1839336"/>
          </a:xfrm>
          <a:custGeom>
            <a:avLst/>
            <a:gdLst>
              <a:gd name="connsiteX0" fmla="*/ 306562 w 2292525"/>
              <a:gd name="connsiteY0" fmla="*/ 0 h 1839336"/>
              <a:gd name="connsiteX1" fmla="*/ 1985963 w 2292525"/>
              <a:gd name="connsiteY1" fmla="*/ 0 h 1839336"/>
              <a:gd name="connsiteX2" fmla="*/ 2292525 w 2292525"/>
              <a:gd name="connsiteY2" fmla="*/ 306562 h 1839336"/>
              <a:gd name="connsiteX3" fmla="*/ 2292525 w 2292525"/>
              <a:gd name="connsiteY3" fmla="*/ 1532774 h 1839336"/>
              <a:gd name="connsiteX4" fmla="*/ 1985963 w 2292525"/>
              <a:gd name="connsiteY4" fmla="*/ 1839336 h 1839336"/>
              <a:gd name="connsiteX5" fmla="*/ 306562 w 2292525"/>
              <a:gd name="connsiteY5" fmla="*/ 1839336 h 1839336"/>
              <a:gd name="connsiteX6" fmla="*/ 0 w 2292525"/>
              <a:gd name="connsiteY6" fmla="*/ 1532774 h 1839336"/>
              <a:gd name="connsiteX7" fmla="*/ 0 w 2292525"/>
              <a:gd name="connsiteY7" fmla="*/ 306562 h 1839336"/>
              <a:gd name="connsiteX8" fmla="*/ 306562 w 2292525"/>
              <a:gd name="connsiteY8" fmla="*/ 0 h 1839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2525" h="1839336">
                <a:moveTo>
                  <a:pt x="306562" y="0"/>
                </a:moveTo>
                <a:lnTo>
                  <a:pt x="1985963" y="0"/>
                </a:lnTo>
                <a:cubicBezTo>
                  <a:pt x="2155273" y="0"/>
                  <a:pt x="2292525" y="137253"/>
                  <a:pt x="2292525" y="306562"/>
                </a:cubicBezTo>
                <a:lnTo>
                  <a:pt x="2292525" y="1532774"/>
                </a:lnTo>
                <a:cubicBezTo>
                  <a:pt x="2292525" y="1702084"/>
                  <a:pt x="2155273" y="1839336"/>
                  <a:pt x="1985963" y="1839336"/>
                </a:cubicBezTo>
                <a:lnTo>
                  <a:pt x="306562" y="1839336"/>
                </a:lnTo>
                <a:cubicBezTo>
                  <a:pt x="137253" y="1839336"/>
                  <a:pt x="0" y="1702084"/>
                  <a:pt x="0" y="1532774"/>
                </a:cubicBezTo>
                <a:lnTo>
                  <a:pt x="0" y="306562"/>
                </a:lnTo>
                <a:cubicBezTo>
                  <a:pt x="0" y="137253"/>
                  <a:pt x="137253" y="0"/>
                  <a:pt x="306562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56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9A17FE-596B-4679-A6A2-5F00C5289B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594" y="782470"/>
            <a:ext cx="4017197" cy="5293061"/>
          </a:xfrm>
          <a:custGeom>
            <a:avLst/>
            <a:gdLst>
              <a:gd name="connsiteX0" fmla="*/ 0 w 4017197"/>
              <a:gd name="connsiteY0" fmla="*/ 0 h 5293061"/>
              <a:gd name="connsiteX1" fmla="*/ 3347651 w 4017197"/>
              <a:gd name="connsiteY1" fmla="*/ 0 h 5293061"/>
              <a:gd name="connsiteX2" fmla="*/ 4017197 w 4017197"/>
              <a:gd name="connsiteY2" fmla="*/ 669546 h 5293061"/>
              <a:gd name="connsiteX3" fmla="*/ 4017197 w 4017197"/>
              <a:gd name="connsiteY3" fmla="*/ 5293061 h 5293061"/>
              <a:gd name="connsiteX4" fmla="*/ 0 w 4017197"/>
              <a:gd name="connsiteY4" fmla="*/ 5293061 h 529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7197" h="5293061">
                <a:moveTo>
                  <a:pt x="0" y="0"/>
                </a:moveTo>
                <a:lnTo>
                  <a:pt x="3347651" y="0"/>
                </a:lnTo>
                <a:lnTo>
                  <a:pt x="4017197" y="669546"/>
                </a:lnTo>
                <a:lnTo>
                  <a:pt x="4017197" y="5293061"/>
                </a:lnTo>
                <a:lnTo>
                  <a:pt x="0" y="529306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30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44A9431-D09A-4C03-B684-31D76715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3429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890B694-2D7B-4E5E-8EDC-2CAD64FB28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70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98D2DC4-7146-481F-8E2B-AE2027E8DC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7143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B97CF9B-1607-4A8A-A301-4B70B4548B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70000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08A5DA0-8ED2-4607-BABC-23C787E09A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22857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44C6E50-B822-4AFB-B784-B89E517A0A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34341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2F7DC0D-F5BD-4935-942F-68633575F0F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75719" y="1884255"/>
            <a:ext cx="2441478" cy="3165687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95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51663F9-BFE8-480F-A1CF-1216E99A92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18247" y="3177187"/>
            <a:ext cx="2580631" cy="1521894"/>
          </a:xfrm>
          <a:custGeom>
            <a:avLst/>
            <a:gdLst>
              <a:gd name="connsiteX0" fmla="*/ 0 w 2580631"/>
              <a:gd name="connsiteY0" fmla="*/ 0 h 1521894"/>
              <a:gd name="connsiteX1" fmla="*/ 2580631 w 2580631"/>
              <a:gd name="connsiteY1" fmla="*/ 0 h 1521894"/>
              <a:gd name="connsiteX2" fmla="*/ 2580631 w 2580631"/>
              <a:gd name="connsiteY2" fmla="*/ 1521894 h 1521894"/>
              <a:gd name="connsiteX3" fmla="*/ 0 w 2580631"/>
              <a:gd name="connsiteY3" fmla="*/ 1521894 h 152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0631" h="1521894">
                <a:moveTo>
                  <a:pt x="0" y="0"/>
                </a:moveTo>
                <a:lnTo>
                  <a:pt x="2580631" y="0"/>
                </a:lnTo>
                <a:lnTo>
                  <a:pt x="2580631" y="1521894"/>
                </a:lnTo>
                <a:lnTo>
                  <a:pt x="0" y="1521894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3C4B2A6-852E-4CBD-B981-98125D4BF0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0975" y="3177187"/>
            <a:ext cx="2580631" cy="1521894"/>
          </a:xfrm>
          <a:custGeom>
            <a:avLst/>
            <a:gdLst>
              <a:gd name="connsiteX0" fmla="*/ 0 w 2580631"/>
              <a:gd name="connsiteY0" fmla="*/ 0 h 1521894"/>
              <a:gd name="connsiteX1" fmla="*/ 2580631 w 2580631"/>
              <a:gd name="connsiteY1" fmla="*/ 0 h 1521894"/>
              <a:gd name="connsiteX2" fmla="*/ 2580631 w 2580631"/>
              <a:gd name="connsiteY2" fmla="*/ 1521894 h 1521894"/>
              <a:gd name="connsiteX3" fmla="*/ 0 w 2580631"/>
              <a:gd name="connsiteY3" fmla="*/ 1521894 h 152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0631" h="1521894">
                <a:moveTo>
                  <a:pt x="0" y="0"/>
                </a:moveTo>
                <a:lnTo>
                  <a:pt x="2580631" y="0"/>
                </a:lnTo>
                <a:lnTo>
                  <a:pt x="2580631" y="1521894"/>
                </a:lnTo>
                <a:lnTo>
                  <a:pt x="0" y="1521894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3E1707-43DE-45EB-BAB0-12DB73F856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2381" y="0"/>
            <a:ext cx="5189619" cy="6858000"/>
          </a:xfrm>
          <a:custGeom>
            <a:avLst/>
            <a:gdLst>
              <a:gd name="connsiteX0" fmla="*/ 0 w 5189619"/>
              <a:gd name="connsiteY0" fmla="*/ 0 h 6858000"/>
              <a:gd name="connsiteX1" fmla="*/ 5189619 w 5189619"/>
              <a:gd name="connsiteY1" fmla="*/ 0 h 6858000"/>
              <a:gd name="connsiteX2" fmla="*/ 5189619 w 5189619"/>
              <a:gd name="connsiteY2" fmla="*/ 6858000 h 6858000"/>
              <a:gd name="connsiteX3" fmla="*/ 0 w 518961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9619" h="6858000">
                <a:moveTo>
                  <a:pt x="0" y="0"/>
                </a:moveTo>
                <a:lnTo>
                  <a:pt x="5189619" y="0"/>
                </a:lnTo>
                <a:lnTo>
                  <a:pt x="5189619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657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ECAABFD-F57F-F746-9119-469E99B78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4106061"/>
          </a:xfrm>
          <a:custGeom>
            <a:avLst/>
            <a:gdLst>
              <a:gd name="connsiteX0" fmla="*/ 0 w 12192000"/>
              <a:gd name="connsiteY0" fmla="*/ 0 h 4106061"/>
              <a:gd name="connsiteX1" fmla="*/ 12192000 w 12192000"/>
              <a:gd name="connsiteY1" fmla="*/ 0 h 4106061"/>
              <a:gd name="connsiteX2" fmla="*/ 12192000 w 12192000"/>
              <a:gd name="connsiteY2" fmla="*/ 676160 h 4106061"/>
              <a:gd name="connsiteX3" fmla="*/ 12192000 w 12192000"/>
              <a:gd name="connsiteY3" fmla="*/ 3207981 h 4106061"/>
              <a:gd name="connsiteX4" fmla="*/ 12108385 w 12192000"/>
              <a:gd name="connsiteY4" fmla="*/ 3231647 h 4106061"/>
              <a:gd name="connsiteX5" fmla="*/ 5769059 w 12192000"/>
              <a:gd name="connsiteY5" fmla="*/ 3333328 h 4106061"/>
              <a:gd name="connsiteX6" fmla="*/ 101890 w 12192000"/>
              <a:gd name="connsiteY6" fmla="*/ 3375100 h 4106061"/>
              <a:gd name="connsiteX7" fmla="*/ 0 w 12192000"/>
              <a:gd name="connsiteY7" fmla="*/ 3306830 h 4106061"/>
              <a:gd name="connsiteX8" fmla="*/ 0 w 12192000"/>
              <a:gd name="connsiteY8" fmla="*/ 676160 h 4106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4106061">
                <a:moveTo>
                  <a:pt x="0" y="0"/>
                </a:moveTo>
                <a:lnTo>
                  <a:pt x="12192000" y="0"/>
                </a:lnTo>
                <a:lnTo>
                  <a:pt x="12192000" y="676160"/>
                </a:lnTo>
                <a:lnTo>
                  <a:pt x="12192000" y="3207981"/>
                </a:lnTo>
                <a:lnTo>
                  <a:pt x="12108385" y="3231647"/>
                </a:lnTo>
                <a:cubicBezTo>
                  <a:pt x="10735166" y="3516788"/>
                  <a:pt x="8009777" y="1369759"/>
                  <a:pt x="5769059" y="3333328"/>
                </a:cubicBezTo>
                <a:cubicBezTo>
                  <a:pt x="4517631" y="4430076"/>
                  <a:pt x="1550902" y="4281867"/>
                  <a:pt x="101890" y="3375100"/>
                </a:cubicBezTo>
                <a:lnTo>
                  <a:pt x="0" y="3306830"/>
                </a:lnTo>
                <a:lnTo>
                  <a:pt x="0" y="67616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768D6E1-8736-41FD-AC15-6CB223769B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13177" y="1890749"/>
            <a:ext cx="5803641" cy="3695450"/>
          </a:xfrm>
          <a:custGeom>
            <a:avLst/>
            <a:gdLst>
              <a:gd name="connsiteX0" fmla="*/ 0 w 5803641"/>
              <a:gd name="connsiteY0" fmla="*/ 0 h 3695450"/>
              <a:gd name="connsiteX1" fmla="*/ 5803641 w 5803641"/>
              <a:gd name="connsiteY1" fmla="*/ 0 h 3695450"/>
              <a:gd name="connsiteX2" fmla="*/ 5803641 w 5803641"/>
              <a:gd name="connsiteY2" fmla="*/ 3695450 h 3695450"/>
              <a:gd name="connsiteX3" fmla="*/ 0 w 5803641"/>
              <a:gd name="connsiteY3" fmla="*/ 3695450 h 369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03641" h="3695450">
                <a:moveTo>
                  <a:pt x="0" y="0"/>
                </a:moveTo>
                <a:lnTo>
                  <a:pt x="5803641" y="0"/>
                </a:lnTo>
                <a:lnTo>
                  <a:pt x="5803641" y="3695450"/>
                </a:lnTo>
                <a:lnTo>
                  <a:pt x="0" y="369545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010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9CEA18E-FB89-47F5-8520-17E7A37D6B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73329" y="1057275"/>
            <a:ext cx="2219958" cy="4743450"/>
          </a:xfrm>
          <a:custGeom>
            <a:avLst/>
            <a:gdLst>
              <a:gd name="connsiteX0" fmla="*/ 227124 w 2219958"/>
              <a:gd name="connsiteY0" fmla="*/ 0 h 4743450"/>
              <a:gd name="connsiteX1" fmla="*/ 1992834 w 2219958"/>
              <a:gd name="connsiteY1" fmla="*/ 0 h 4743450"/>
              <a:gd name="connsiteX2" fmla="*/ 2219958 w 2219958"/>
              <a:gd name="connsiteY2" fmla="*/ 227124 h 4743450"/>
              <a:gd name="connsiteX3" fmla="*/ 2219958 w 2219958"/>
              <a:gd name="connsiteY3" fmla="*/ 4516326 h 4743450"/>
              <a:gd name="connsiteX4" fmla="*/ 1992834 w 2219958"/>
              <a:gd name="connsiteY4" fmla="*/ 4743450 h 4743450"/>
              <a:gd name="connsiteX5" fmla="*/ 227124 w 2219958"/>
              <a:gd name="connsiteY5" fmla="*/ 4743450 h 4743450"/>
              <a:gd name="connsiteX6" fmla="*/ 0 w 2219958"/>
              <a:gd name="connsiteY6" fmla="*/ 4516326 h 4743450"/>
              <a:gd name="connsiteX7" fmla="*/ 0 w 2219958"/>
              <a:gd name="connsiteY7" fmla="*/ 227124 h 4743450"/>
              <a:gd name="connsiteX8" fmla="*/ 227124 w 2219958"/>
              <a:gd name="connsiteY8" fmla="*/ 0 h 474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9958" h="4743450">
                <a:moveTo>
                  <a:pt x="227124" y="0"/>
                </a:moveTo>
                <a:lnTo>
                  <a:pt x="1992834" y="0"/>
                </a:lnTo>
                <a:cubicBezTo>
                  <a:pt x="2118271" y="0"/>
                  <a:pt x="2219958" y="101687"/>
                  <a:pt x="2219958" y="227124"/>
                </a:cubicBezTo>
                <a:lnTo>
                  <a:pt x="2219958" y="4516326"/>
                </a:lnTo>
                <a:cubicBezTo>
                  <a:pt x="2219958" y="4641763"/>
                  <a:pt x="2118271" y="4743450"/>
                  <a:pt x="1992834" y="4743450"/>
                </a:cubicBezTo>
                <a:lnTo>
                  <a:pt x="227124" y="4743450"/>
                </a:lnTo>
                <a:cubicBezTo>
                  <a:pt x="101687" y="4743450"/>
                  <a:pt x="0" y="4641763"/>
                  <a:pt x="0" y="4516326"/>
                </a:cubicBezTo>
                <a:lnTo>
                  <a:pt x="0" y="227124"/>
                </a:lnTo>
                <a:cubicBezTo>
                  <a:pt x="0" y="101687"/>
                  <a:pt x="101687" y="0"/>
                  <a:pt x="22712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805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3D7F8DF-3CDA-EA4E-A09E-4F67FF8CD3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867722" y="2530733"/>
            <a:ext cx="1398164" cy="2987498"/>
          </a:xfrm>
          <a:custGeom>
            <a:avLst/>
            <a:gdLst>
              <a:gd name="connsiteX0" fmla="*/ 143046 w 1398164"/>
              <a:gd name="connsiteY0" fmla="*/ 0 h 2987498"/>
              <a:gd name="connsiteX1" fmla="*/ 1255118 w 1398164"/>
              <a:gd name="connsiteY1" fmla="*/ 0 h 2987498"/>
              <a:gd name="connsiteX2" fmla="*/ 1398164 w 1398164"/>
              <a:gd name="connsiteY2" fmla="*/ 143046 h 2987498"/>
              <a:gd name="connsiteX3" fmla="*/ 1398164 w 1398164"/>
              <a:gd name="connsiteY3" fmla="*/ 2844452 h 2987498"/>
              <a:gd name="connsiteX4" fmla="*/ 1255118 w 1398164"/>
              <a:gd name="connsiteY4" fmla="*/ 2987498 h 2987498"/>
              <a:gd name="connsiteX5" fmla="*/ 143046 w 1398164"/>
              <a:gd name="connsiteY5" fmla="*/ 2987498 h 2987498"/>
              <a:gd name="connsiteX6" fmla="*/ 0 w 1398164"/>
              <a:gd name="connsiteY6" fmla="*/ 2844452 h 2987498"/>
              <a:gd name="connsiteX7" fmla="*/ 0 w 1398164"/>
              <a:gd name="connsiteY7" fmla="*/ 143046 h 2987498"/>
              <a:gd name="connsiteX8" fmla="*/ 143046 w 1398164"/>
              <a:gd name="connsiteY8" fmla="*/ 0 h 298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98164" h="2987498">
                <a:moveTo>
                  <a:pt x="143046" y="0"/>
                </a:moveTo>
                <a:lnTo>
                  <a:pt x="1255118" y="0"/>
                </a:lnTo>
                <a:cubicBezTo>
                  <a:pt x="1334120" y="0"/>
                  <a:pt x="1398164" y="64044"/>
                  <a:pt x="1398164" y="143046"/>
                </a:cubicBezTo>
                <a:lnTo>
                  <a:pt x="1398164" y="2844452"/>
                </a:lnTo>
                <a:cubicBezTo>
                  <a:pt x="1398164" y="2923454"/>
                  <a:pt x="1334120" y="2987498"/>
                  <a:pt x="1255118" y="2987498"/>
                </a:cubicBezTo>
                <a:lnTo>
                  <a:pt x="143046" y="2987498"/>
                </a:lnTo>
                <a:cubicBezTo>
                  <a:pt x="64044" y="2987498"/>
                  <a:pt x="0" y="2923454"/>
                  <a:pt x="0" y="2844452"/>
                </a:cubicBezTo>
                <a:lnTo>
                  <a:pt x="0" y="143046"/>
                </a:lnTo>
                <a:cubicBezTo>
                  <a:pt x="0" y="64044"/>
                  <a:pt x="64044" y="0"/>
                  <a:pt x="14304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2022485-0EAF-0743-95CD-90DAC13402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03745" y="2530733"/>
            <a:ext cx="1398164" cy="2987498"/>
          </a:xfrm>
          <a:custGeom>
            <a:avLst/>
            <a:gdLst>
              <a:gd name="connsiteX0" fmla="*/ 143046 w 1398164"/>
              <a:gd name="connsiteY0" fmla="*/ 0 h 2987498"/>
              <a:gd name="connsiteX1" fmla="*/ 1255118 w 1398164"/>
              <a:gd name="connsiteY1" fmla="*/ 0 h 2987498"/>
              <a:gd name="connsiteX2" fmla="*/ 1398164 w 1398164"/>
              <a:gd name="connsiteY2" fmla="*/ 143046 h 2987498"/>
              <a:gd name="connsiteX3" fmla="*/ 1398164 w 1398164"/>
              <a:gd name="connsiteY3" fmla="*/ 2844452 h 2987498"/>
              <a:gd name="connsiteX4" fmla="*/ 1255118 w 1398164"/>
              <a:gd name="connsiteY4" fmla="*/ 2987498 h 2987498"/>
              <a:gd name="connsiteX5" fmla="*/ 143046 w 1398164"/>
              <a:gd name="connsiteY5" fmla="*/ 2987498 h 2987498"/>
              <a:gd name="connsiteX6" fmla="*/ 0 w 1398164"/>
              <a:gd name="connsiteY6" fmla="*/ 2844452 h 2987498"/>
              <a:gd name="connsiteX7" fmla="*/ 0 w 1398164"/>
              <a:gd name="connsiteY7" fmla="*/ 143046 h 2987498"/>
              <a:gd name="connsiteX8" fmla="*/ 143046 w 1398164"/>
              <a:gd name="connsiteY8" fmla="*/ 0 h 298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98164" h="2987498">
                <a:moveTo>
                  <a:pt x="143046" y="0"/>
                </a:moveTo>
                <a:lnTo>
                  <a:pt x="1255118" y="0"/>
                </a:lnTo>
                <a:cubicBezTo>
                  <a:pt x="1334120" y="0"/>
                  <a:pt x="1398164" y="64044"/>
                  <a:pt x="1398164" y="143046"/>
                </a:cubicBezTo>
                <a:lnTo>
                  <a:pt x="1398164" y="2844452"/>
                </a:lnTo>
                <a:cubicBezTo>
                  <a:pt x="1398164" y="2923454"/>
                  <a:pt x="1334120" y="2987498"/>
                  <a:pt x="1255118" y="2987498"/>
                </a:cubicBezTo>
                <a:lnTo>
                  <a:pt x="143046" y="2987498"/>
                </a:lnTo>
                <a:cubicBezTo>
                  <a:pt x="64044" y="2987498"/>
                  <a:pt x="0" y="2923454"/>
                  <a:pt x="0" y="2844452"/>
                </a:cubicBezTo>
                <a:lnTo>
                  <a:pt x="0" y="143046"/>
                </a:lnTo>
                <a:cubicBezTo>
                  <a:pt x="0" y="64044"/>
                  <a:pt x="64044" y="0"/>
                  <a:pt x="14304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3A1C4BE-0DC3-DE4C-AFEF-8E2C824B8A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83447" y="2333558"/>
            <a:ext cx="1582722" cy="3381848"/>
          </a:xfrm>
          <a:custGeom>
            <a:avLst/>
            <a:gdLst>
              <a:gd name="connsiteX0" fmla="*/ 161929 w 1582722"/>
              <a:gd name="connsiteY0" fmla="*/ 0 h 3381848"/>
              <a:gd name="connsiteX1" fmla="*/ 1420794 w 1582722"/>
              <a:gd name="connsiteY1" fmla="*/ 0 h 3381848"/>
              <a:gd name="connsiteX2" fmla="*/ 1582722 w 1582722"/>
              <a:gd name="connsiteY2" fmla="*/ 161928 h 3381848"/>
              <a:gd name="connsiteX3" fmla="*/ 1582722 w 1582722"/>
              <a:gd name="connsiteY3" fmla="*/ 3219920 h 3381848"/>
              <a:gd name="connsiteX4" fmla="*/ 1420794 w 1582722"/>
              <a:gd name="connsiteY4" fmla="*/ 3381848 h 3381848"/>
              <a:gd name="connsiteX5" fmla="*/ 161929 w 1582722"/>
              <a:gd name="connsiteY5" fmla="*/ 3381848 h 3381848"/>
              <a:gd name="connsiteX6" fmla="*/ 0 w 1582722"/>
              <a:gd name="connsiteY6" fmla="*/ 3219920 h 3381848"/>
              <a:gd name="connsiteX7" fmla="*/ 0 w 1582722"/>
              <a:gd name="connsiteY7" fmla="*/ 161928 h 3381848"/>
              <a:gd name="connsiteX8" fmla="*/ 161929 w 1582722"/>
              <a:gd name="connsiteY8" fmla="*/ 0 h 3381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2722" h="3381848">
                <a:moveTo>
                  <a:pt x="161929" y="0"/>
                </a:moveTo>
                <a:lnTo>
                  <a:pt x="1420794" y="0"/>
                </a:lnTo>
                <a:cubicBezTo>
                  <a:pt x="1510224" y="0"/>
                  <a:pt x="1582722" y="72498"/>
                  <a:pt x="1582722" y="161928"/>
                </a:cubicBezTo>
                <a:lnTo>
                  <a:pt x="1582722" y="3219920"/>
                </a:lnTo>
                <a:cubicBezTo>
                  <a:pt x="1582722" y="3309350"/>
                  <a:pt x="1510224" y="3381848"/>
                  <a:pt x="1420794" y="3381848"/>
                </a:cubicBezTo>
                <a:lnTo>
                  <a:pt x="161929" y="3381848"/>
                </a:lnTo>
                <a:cubicBezTo>
                  <a:pt x="72498" y="3381848"/>
                  <a:pt x="0" y="3309350"/>
                  <a:pt x="0" y="3219920"/>
                </a:cubicBezTo>
                <a:lnTo>
                  <a:pt x="0" y="161928"/>
                </a:lnTo>
                <a:cubicBezTo>
                  <a:pt x="0" y="72498"/>
                  <a:pt x="72498" y="0"/>
                  <a:pt x="16192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7FF3410-819F-F840-9748-F43CB1070A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03463" y="2333558"/>
            <a:ext cx="1582722" cy="3381848"/>
          </a:xfrm>
          <a:custGeom>
            <a:avLst/>
            <a:gdLst>
              <a:gd name="connsiteX0" fmla="*/ 161929 w 1582722"/>
              <a:gd name="connsiteY0" fmla="*/ 0 h 3381848"/>
              <a:gd name="connsiteX1" fmla="*/ 1420794 w 1582722"/>
              <a:gd name="connsiteY1" fmla="*/ 0 h 3381848"/>
              <a:gd name="connsiteX2" fmla="*/ 1582722 w 1582722"/>
              <a:gd name="connsiteY2" fmla="*/ 161928 h 3381848"/>
              <a:gd name="connsiteX3" fmla="*/ 1582722 w 1582722"/>
              <a:gd name="connsiteY3" fmla="*/ 3219920 h 3381848"/>
              <a:gd name="connsiteX4" fmla="*/ 1420794 w 1582722"/>
              <a:gd name="connsiteY4" fmla="*/ 3381848 h 3381848"/>
              <a:gd name="connsiteX5" fmla="*/ 161929 w 1582722"/>
              <a:gd name="connsiteY5" fmla="*/ 3381848 h 3381848"/>
              <a:gd name="connsiteX6" fmla="*/ 0 w 1582722"/>
              <a:gd name="connsiteY6" fmla="*/ 3219920 h 3381848"/>
              <a:gd name="connsiteX7" fmla="*/ 0 w 1582722"/>
              <a:gd name="connsiteY7" fmla="*/ 161928 h 3381848"/>
              <a:gd name="connsiteX8" fmla="*/ 161929 w 1582722"/>
              <a:gd name="connsiteY8" fmla="*/ 0 h 3381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2722" h="3381848">
                <a:moveTo>
                  <a:pt x="161929" y="0"/>
                </a:moveTo>
                <a:lnTo>
                  <a:pt x="1420794" y="0"/>
                </a:lnTo>
                <a:cubicBezTo>
                  <a:pt x="1510224" y="0"/>
                  <a:pt x="1582722" y="72498"/>
                  <a:pt x="1582722" y="161928"/>
                </a:cubicBezTo>
                <a:lnTo>
                  <a:pt x="1582722" y="3219920"/>
                </a:lnTo>
                <a:cubicBezTo>
                  <a:pt x="1582722" y="3309350"/>
                  <a:pt x="1510224" y="3381848"/>
                  <a:pt x="1420794" y="3381848"/>
                </a:cubicBezTo>
                <a:lnTo>
                  <a:pt x="161929" y="3381848"/>
                </a:lnTo>
                <a:cubicBezTo>
                  <a:pt x="72498" y="3381848"/>
                  <a:pt x="0" y="3309350"/>
                  <a:pt x="0" y="3219920"/>
                </a:cubicBezTo>
                <a:lnTo>
                  <a:pt x="0" y="161928"/>
                </a:lnTo>
                <a:cubicBezTo>
                  <a:pt x="0" y="72498"/>
                  <a:pt x="72498" y="0"/>
                  <a:pt x="16192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2CA3232-82FF-D946-AA6E-BA07254270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15291" y="2142645"/>
            <a:ext cx="1761418" cy="3763674"/>
          </a:xfrm>
          <a:custGeom>
            <a:avLst/>
            <a:gdLst>
              <a:gd name="connsiteX0" fmla="*/ 180211 w 1761418"/>
              <a:gd name="connsiteY0" fmla="*/ 0 h 3763674"/>
              <a:gd name="connsiteX1" fmla="*/ 1581207 w 1761418"/>
              <a:gd name="connsiteY1" fmla="*/ 0 h 3763674"/>
              <a:gd name="connsiteX2" fmla="*/ 1761418 w 1761418"/>
              <a:gd name="connsiteY2" fmla="*/ 180211 h 3763674"/>
              <a:gd name="connsiteX3" fmla="*/ 1761418 w 1761418"/>
              <a:gd name="connsiteY3" fmla="*/ 3583463 h 3763674"/>
              <a:gd name="connsiteX4" fmla="*/ 1581207 w 1761418"/>
              <a:gd name="connsiteY4" fmla="*/ 3763674 h 3763674"/>
              <a:gd name="connsiteX5" fmla="*/ 180211 w 1761418"/>
              <a:gd name="connsiteY5" fmla="*/ 3763674 h 3763674"/>
              <a:gd name="connsiteX6" fmla="*/ 0 w 1761418"/>
              <a:gd name="connsiteY6" fmla="*/ 3583463 h 3763674"/>
              <a:gd name="connsiteX7" fmla="*/ 0 w 1761418"/>
              <a:gd name="connsiteY7" fmla="*/ 180211 h 3763674"/>
              <a:gd name="connsiteX8" fmla="*/ 180211 w 1761418"/>
              <a:gd name="connsiteY8" fmla="*/ 0 h 3763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61418" h="3763674">
                <a:moveTo>
                  <a:pt x="180211" y="0"/>
                </a:moveTo>
                <a:lnTo>
                  <a:pt x="1581207" y="0"/>
                </a:lnTo>
                <a:cubicBezTo>
                  <a:pt x="1680735" y="0"/>
                  <a:pt x="1761418" y="80683"/>
                  <a:pt x="1761418" y="180211"/>
                </a:cubicBezTo>
                <a:lnTo>
                  <a:pt x="1761418" y="3583463"/>
                </a:lnTo>
                <a:cubicBezTo>
                  <a:pt x="1761418" y="3682991"/>
                  <a:pt x="1680735" y="3763674"/>
                  <a:pt x="1581207" y="3763674"/>
                </a:cubicBezTo>
                <a:lnTo>
                  <a:pt x="180211" y="3763674"/>
                </a:lnTo>
                <a:cubicBezTo>
                  <a:pt x="80683" y="3763674"/>
                  <a:pt x="0" y="3682991"/>
                  <a:pt x="0" y="3583463"/>
                </a:cubicBezTo>
                <a:lnTo>
                  <a:pt x="0" y="180211"/>
                </a:lnTo>
                <a:cubicBezTo>
                  <a:pt x="0" y="80683"/>
                  <a:pt x="80683" y="0"/>
                  <a:pt x="18021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797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FFBB5CE-527E-6744-8BF5-FC4333E7FC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563398"/>
            <a:ext cx="12192000" cy="3294602"/>
          </a:xfrm>
          <a:custGeom>
            <a:avLst/>
            <a:gdLst>
              <a:gd name="connsiteX0" fmla="*/ 0 w 12192000"/>
              <a:gd name="connsiteY0" fmla="*/ 0 h 3294602"/>
              <a:gd name="connsiteX1" fmla="*/ 12192000 w 12192000"/>
              <a:gd name="connsiteY1" fmla="*/ 0 h 3294602"/>
              <a:gd name="connsiteX2" fmla="*/ 12192000 w 12192000"/>
              <a:gd name="connsiteY2" fmla="*/ 3294602 h 3294602"/>
              <a:gd name="connsiteX3" fmla="*/ 0 w 12192000"/>
              <a:gd name="connsiteY3" fmla="*/ 3294602 h 3294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94602">
                <a:moveTo>
                  <a:pt x="0" y="0"/>
                </a:moveTo>
                <a:lnTo>
                  <a:pt x="12192000" y="0"/>
                </a:lnTo>
                <a:lnTo>
                  <a:pt x="12192000" y="3294602"/>
                </a:lnTo>
                <a:lnTo>
                  <a:pt x="0" y="329460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679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FFBB5CE-527E-6744-8BF5-FC4333E7FC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599746"/>
          </a:xfrm>
          <a:custGeom>
            <a:avLst/>
            <a:gdLst>
              <a:gd name="connsiteX0" fmla="*/ 0 w 12192000"/>
              <a:gd name="connsiteY0" fmla="*/ 0 h 3294602"/>
              <a:gd name="connsiteX1" fmla="*/ 12192000 w 12192000"/>
              <a:gd name="connsiteY1" fmla="*/ 0 h 3294602"/>
              <a:gd name="connsiteX2" fmla="*/ 12192000 w 12192000"/>
              <a:gd name="connsiteY2" fmla="*/ 3294602 h 3294602"/>
              <a:gd name="connsiteX3" fmla="*/ 0 w 12192000"/>
              <a:gd name="connsiteY3" fmla="*/ 3294602 h 3294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94602">
                <a:moveTo>
                  <a:pt x="0" y="0"/>
                </a:moveTo>
                <a:lnTo>
                  <a:pt x="12192000" y="0"/>
                </a:lnTo>
                <a:lnTo>
                  <a:pt x="12192000" y="3294602"/>
                </a:lnTo>
                <a:lnTo>
                  <a:pt x="0" y="329460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4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C3C20-3EE6-BC42-BA5A-210B9E30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CF807-878D-BA4F-AEC6-598BD5B78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E7162-49E7-EE4C-B21C-91E7ECDE5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625C4-4828-2045-91EA-D420555D5F1F}" type="datetimeFigureOut">
              <a:t>02/03/2026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DBF40-7FB9-2F43-B954-25C5E6B6E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DADE8-7561-0042-8B49-15BA68058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62F1C-97F2-BA44-A4ED-8842C0E00235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1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8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0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3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4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2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6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8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9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0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3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4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DE70594-662C-4473-B1BE-CEE828227F28}"/>
              </a:ext>
            </a:extLst>
          </p:cNvPr>
          <p:cNvSpPr/>
          <p:nvPr/>
        </p:nvSpPr>
        <p:spPr>
          <a:xfrm>
            <a:off x="1" y="0"/>
            <a:ext cx="12191998" cy="6858000"/>
          </a:xfrm>
          <a:prstGeom prst="rect">
            <a:avLst/>
          </a:prstGeom>
          <a:solidFill>
            <a:srgbClr val="194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pic>
        <p:nvPicPr>
          <p:cNvPr id="13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F8F83C28-3719-B437-F998-F4EEA054C1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50000" t="7871" r="2083" b="7871"/>
          <a:stretch>
            <a:fillRect/>
          </a:stretch>
        </p:blipFill>
        <p:spPr>
          <a:xfrm>
            <a:off x="6349999" y="0"/>
            <a:ext cx="5842000" cy="6849033"/>
          </a:xfr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5D811475-31AF-4A33-9621-2CE0B0B70AF7}"/>
              </a:ext>
            </a:extLst>
          </p:cNvPr>
          <p:cNvSpPr/>
          <p:nvPr/>
        </p:nvSpPr>
        <p:spPr>
          <a:xfrm>
            <a:off x="254967" y="3739367"/>
            <a:ext cx="57333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spc="100" dirty="0" err="1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Especialista</a:t>
            </a:r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</a:t>
            </a:r>
            <a:r>
              <a:rPr lang="en-US" sz="2000" spc="100" dirty="0" err="1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em</a:t>
            </a:r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</a:t>
            </a:r>
            <a:r>
              <a:rPr lang="en-US" sz="2000" spc="100" dirty="0" err="1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Regulação</a:t>
            </a:r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de Serviços</a:t>
            </a:r>
          </a:p>
          <a:p>
            <a:pPr algn="r"/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de </a:t>
            </a:r>
            <a:r>
              <a:rPr lang="en-US" sz="2000" spc="100" dirty="0" err="1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Transportes</a:t>
            </a:r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Aquaviários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EA8EFB-C403-F047-B962-2091D1EFEE93}"/>
              </a:ext>
            </a:extLst>
          </p:cNvPr>
          <p:cNvSpPr/>
          <p:nvPr/>
        </p:nvSpPr>
        <p:spPr>
          <a:xfrm>
            <a:off x="1501774" y="4340751"/>
            <a:ext cx="44865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400" b="1" dirty="0">
                <a:solidFill>
                  <a:schemeClr val="bg1">
                    <a:alpha val="42000"/>
                  </a:schemeClr>
                </a:solidFill>
                <a:latin typeface="Poppins" pitchFamily="2" charset="77"/>
                <a:cs typeface="Poppins" pitchFamily="2" charset="77"/>
              </a:rPr>
              <a:t>2026</a:t>
            </a:r>
            <a:endParaRPr lang="en-US" sz="6000" b="1" dirty="0">
              <a:solidFill>
                <a:schemeClr val="bg1">
                  <a:alpha val="42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0" name="Imagem 9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7D41E351-A38D-4DDC-DDAD-FABEAEEC6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38" y="1472479"/>
            <a:ext cx="5733324" cy="18585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99694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9FF3CCF4-09F5-406F-98F9-9759F879C87C}"/>
              </a:ext>
            </a:extLst>
          </p:cNvPr>
          <p:cNvSpPr/>
          <p:nvPr/>
        </p:nvSpPr>
        <p:spPr>
          <a:xfrm>
            <a:off x="4606723" y="0"/>
            <a:ext cx="7585275" cy="6858000"/>
          </a:xfrm>
          <a:prstGeom prst="rect">
            <a:avLst/>
          </a:prstGeom>
          <a:solidFill>
            <a:srgbClr val="194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A9AD7D-2282-48EA-9AF5-21DCC7295176}"/>
              </a:ext>
            </a:extLst>
          </p:cNvPr>
          <p:cNvSpPr/>
          <p:nvPr/>
        </p:nvSpPr>
        <p:spPr>
          <a:xfrm>
            <a:off x="5596128" y="3178986"/>
            <a:ext cx="62270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PREÇOS E TARIFAS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SETOR PORTUÁRIO</a:t>
            </a:r>
          </a:p>
        </p:txBody>
      </p:sp>
      <p:pic>
        <p:nvPicPr>
          <p:cNvPr id="7" name="Imagem 6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EA86E31A-2A06-043F-C7CF-CB75B4945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7753" y="250955"/>
            <a:ext cx="1156841" cy="375009"/>
          </a:xfrm>
          <a:prstGeom prst="rect">
            <a:avLst/>
          </a:prstGeom>
        </p:spPr>
      </p:pic>
      <p:pic>
        <p:nvPicPr>
          <p:cNvPr id="18" name="Imagem 17" descr="Guindaste ao lado de barco na água&#10;&#10;O conteúdo gerado por IA pode estar incorreto.">
            <a:extLst>
              <a:ext uri="{FF2B5EF4-FFF2-40B4-BE49-F238E27FC236}">
                <a16:creationId xmlns:a16="http://schemas.microsoft.com/office/drawing/2014/main" id="{64DAA7B1-51DA-D547-0AF9-155ABF18B3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965" r="38798" b="10150"/>
          <a:stretch>
            <a:fillRect/>
          </a:stretch>
        </p:blipFill>
        <p:spPr>
          <a:xfrm>
            <a:off x="0" y="0"/>
            <a:ext cx="4606722" cy="685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9048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E6C4A-BB00-9464-A824-1BDFA3F42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5C70533C-D45F-8AF7-0981-F47444F73E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D91BCF9-FAD9-A4CB-226A-37F58E4C1DB9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2426D0-71A8-896D-98C7-C73086D69C06}"/>
              </a:ext>
            </a:extLst>
          </p:cNvPr>
          <p:cNvGrpSpPr/>
          <p:nvPr/>
        </p:nvGrpSpPr>
        <p:grpSpPr>
          <a:xfrm>
            <a:off x="910540" y="941095"/>
            <a:ext cx="7053579" cy="5136701"/>
            <a:chOff x="1587924" y="1412532"/>
            <a:chExt cx="7053579" cy="513670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B768884-03C1-5C98-22C2-BE4674BBA8D0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4898469"/>
              <a:chOff x="972156" y="1679962"/>
              <a:chExt cx="7053577" cy="4898469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41FADBA-1927-EF71-E155-4C994E2C0362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F4C1891-48A0-1573-46FA-77ACB64D4F89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Entende-se por “</a:t>
                </a:r>
                <a:r>
                  <a:rPr lang="pt-B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Regulação de preços” 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como sendo uma </a:t>
                </a:r>
                <a:r>
                  <a:rPr lang="pt-BR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atividade do poder público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cujo ferramental é um </a:t>
                </a:r>
                <a:r>
                  <a:rPr lang="pt-BR" sz="24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conjunto de metodologias 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 determinará qual será o </a:t>
                </a:r>
                <a:r>
                  <a:rPr lang="pt-BR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preço máximo ou mínimo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que o concessionário ou </a:t>
                </a:r>
                <a:r>
                  <a:rPr lang="pt-BR" sz="24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um agente de um setor regulado irá praticar com seus consumidores para cada produto ou serviço prestado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Sendo tais </a:t>
                </a:r>
                <a:r>
                  <a:rPr lang="pt-B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agentes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na maioria das vezes, </a:t>
                </a:r>
                <a:r>
                  <a:rPr lang="pt-B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detentores de poder de monopólio 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atividades portuárias, onde o </a:t>
                </a:r>
                <a:r>
                  <a:rPr lang="pt-BR" sz="24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preço eficiente não surge da interação normal entre a demanda e a oferta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cabendo, assim, que a agência reguladora arbitre preço.</a:t>
                </a:r>
                <a:endParaRPr lang="pt-BR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C403878-BC46-24E5-4009-177041F60580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EEFA8C5-1902-6E25-5766-FC9EE76B2926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Regulação de preços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D2AA9D6-B206-102A-1DDC-C86E7B80BA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9DCBF2A8-E2F0-AD4E-ADBE-B2A2BC7C96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6528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FBB17-94C1-BD91-FC81-469F938B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E164EBEC-F82B-7DB0-92F5-B713C8988C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A2C55F3-8ED8-4955-87A1-A74E35A91B0F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88DDDA-3F3B-75E1-C9AD-E91607915834}"/>
              </a:ext>
            </a:extLst>
          </p:cNvPr>
          <p:cNvGrpSpPr/>
          <p:nvPr/>
        </p:nvGrpSpPr>
        <p:grpSpPr>
          <a:xfrm>
            <a:off x="910540" y="941095"/>
            <a:ext cx="7053579" cy="5290589"/>
            <a:chOff x="1587924" y="1412532"/>
            <a:chExt cx="7053579" cy="529058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9470AE-6451-1F05-DF66-54E30D6F0967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5052357"/>
              <a:chOff x="972156" y="1679962"/>
              <a:chExt cx="7053577" cy="5052357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B0D4E99-F008-0057-C716-2163B84F7D23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54C427A-4103-22AE-7AFE-838A7D7B8D96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43088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Até 1990: gestão centralizada na </a:t>
                </a:r>
                <a:r>
                  <a:rPr lang="pt-BR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Portobrás</a:t>
                </a: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00100" lvl="1" indent="-342900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Empresa Estatal Federal exercendo papel de </a:t>
                </a:r>
                <a:r>
                  <a:rPr lang="pt-BR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holding</a:t>
                </a: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das Administrações Portuárias;</a:t>
                </a:r>
              </a:p>
              <a:p>
                <a:pPr marL="800100" lvl="1" indent="-342900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Definia: </a:t>
                </a:r>
              </a:p>
              <a:p>
                <a:pPr marL="914400" lvl="1" indent="-457200">
                  <a:spcBef>
                    <a:spcPts val="1200"/>
                  </a:spcBef>
                  <a:buFont typeface="Wingdings" panose="05000000000000000000" pitchFamily="2" charset="2"/>
                  <a:buChar char="ü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programas orçamentários;</a:t>
                </a:r>
              </a:p>
              <a:p>
                <a:pPr marL="914400" lvl="1" indent="-457200">
                  <a:spcBef>
                    <a:spcPts val="1200"/>
                  </a:spcBef>
                  <a:buFont typeface="Wingdings" panose="05000000000000000000" pitchFamily="2" charset="2"/>
                  <a:buChar char="ü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Políticas tarifárias e de pessoal;</a:t>
                </a:r>
              </a:p>
              <a:p>
                <a:pPr marL="914400" lvl="1" indent="-457200">
                  <a:spcBef>
                    <a:spcPts val="1200"/>
                  </a:spcBef>
                  <a:buFont typeface="Wingdings" panose="05000000000000000000" pitchFamily="2" charset="2"/>
                  <a:buChar char="ü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Decisões sobre investimentos.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A920123-8668-86C3-78EA-1DB59458FE1B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BC7B0CB-2D3C-C538-D4FF-07176AD81E58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Contexto Histórico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32239FC-4442-77F7-CF7A-BFA752CBD1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52C12C0F-748B-441C-9E55-736830947B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5307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8C2A9-F1DB-8ED9-B811-D3383572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6842AF03-337F-276B-906C-243063CC735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5D7586A-F809-735D-FA90-DCC590868CDF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B28E81C-92CA-930E-E14A-E27607162A76}"/>
              </a:ext>
            </a:extLst>
          </p:cNvPr>
          <p:cNvGrpSpPr/>
          <p:nvPr/>
        </p:nvGrpSpPr>
        <p:grpSpPr>
          <a:xfrm>
            <a:off x="910540" y="941095"/>
            <a:ext cx="7053579" cy="4982812"/>
            <a:chOff x="1587924" y="1412532"/>
            <a:chExt cx="7053579" cy="498281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E83EAA7-3580-AEED-2810-FC0AF1C219A4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4744580"/>
              <a:chOff x="972156" y="1679962"/>
              <a:chExt cx="7053577" cy="474458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8461747-BA6C-3EEE-A882-6AA4A152BD57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B2A0D9D-3B75-9BC4-AD76-16CBBE4AE5BA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4001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Lei 8.630/1993: descentralização e modelo </a:t>
                </a:r>
                <a:r>
                  <a:rPr lang="pt-BR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Landlord</a:t>
                </a: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Port</a:t>
                </a: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342900" indent="-342900" algn="just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Portos passam a ser comandados diretamente pelas Companhias Docas.</a:t>
                </a:r>
              </a:p>
              <a:p>
                <a:pPr marL="342900" indent="-342900" algn="just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Autoridade Portuária (AP) autônoma em suas decisões administrativas e estratégicas;</a:t>
                </a:r>
              </a:p>
              <a:p>
                <a:pPr marL="342900" indent="-342900" algn="just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Falta de coordenação central mais rígida em relação ao aspecto tarifário.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D844307-4C15-DFCE-044B-CD3BB5382E39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36A312E-F3CD-15E5-5A75-6559050A0D2A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Contexto Histórico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4A7B2AE-CAF5-A849-57E7-7E094B5AD6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F3F7895D-C3C4-70BB-B68C-A8E000A585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8610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C6269-A2E8-A348-5F54-E248CFF5E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DDD3331C-0D5F-82E6-60C5-E16A6F13AC1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FC0F0DA-3B6A-2735-3C46-8B3DC03104A2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B9E23-528B-3E6D-8291-2CBFB9662560}"/>
              </a:ext>
            </a:extLst>
          </p:cNvPr>
          <p:cNvGrpSpPr/>
          <p:nvPr/>
        </p:nvGrpSpPr>
        <p:grpSpPr>
          <a:xfrm>
            <a:off x="883741" y="765503"/>
            <a:ext cx="7053579" cy="5844587"/>
            <a:chOff x="1587924" y="1412532"/>
            <a:chExt cx="7053579" cy="584458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3C2F055-BC4A-6967-C1CD-9B1084BFEFB0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5606355"/>
              <a:chOff x="972156" y="1679962"/>
              <a:chExt cx="7053577" cy="560635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B0A6F2B-F5E1-B9A2-5474-450F1456EE78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AC957DE-5F9D-18DF-1615-5C359888F6E4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4862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Lei 8.630/1993:</a:t>
                </a:r>
              </a:p>
              <a:p>
                <a:pPr marL="342900" indent="-342900" algn="just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Companhias Docas deixam de atuar diretamente na operação portuária (transferida ao privado – operadores portuários)</a:t>
                </a:r>
              </a:p>
              <a:p>
                <a:pPr marL="342900" indent="-342900" algn="just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 – Garantir infraestrutura das áreas comuns;</a:t>
                </a:r>
              </a:p>
              <a:p>
                <a:pPr marL="342900" indent="-342900" algn="just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 – Administradora do patrimônio público, disciplinadora local e fiscalizadora das atividades portuárias na sua jurisdição. 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BA96E6B-AE65-12C4-3FB0-D18A44CA3561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5C9F65C-9693-1938-FDC9-EE925D25504A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Contexto Histórico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F121339-A0AC-025A-EDB2-474C359B7C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0291D9E0-F18A-A3FE-4618-9CC4060BFE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95923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E89C4-2DA7-A62E-6166-F8D0388D7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D4AD3634-44F6-9300-F4D1-38585172C1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56D570-33D7-1670-9193-BF330C82BBAA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8E8837-E931-4D46-153F-68737BC368FD}"/>
              </a:ext>
            </a:extLst>
          </p:cNvPr>
          <p:cNvGrpSpPr/>
          <p:nvPr/>
        </p:nvGrpSpPr>
        <p:grpSpPr>
          <a:xfrm>
            <a:off x="883741" y="765503"/>
            <a:ext cx="7053579" cy="5321367"/>
            <a:chOff x="1587924" y="1412532"/>
            <a:chExt cx="7053579" cy="532136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9BE74B6-9FE9-75B0-DE9B-57828995E607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5083135"/>
              <a:chOff x="972156" y="1679962"/>
              <a:chExt cx="7053577" cy="508313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19A44E6-DB6F-237D-41D1-A13A93390147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2A48AAB-38B8-64D5-4E3A-F983E5F692A9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43396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Descontinuidade do modelo anterior :</a:t>
                </a:r>
              </a:p>
              <a:p>
                <a:pPr marL="914400" lvl="1" indent="-457200" algn="just">
                  <a:spcBef>
                    <a:spcPts val="1200"/>
                  </a:spcBef>
                  <a:buFont typeface="Wingdings" panose="05000000000000000000" pitchFamily="2" charset="2"/>
                  <a:buChar char="ü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Redução das receitas da AP;</a:t>
                </a:r>
              </a:p>
              <a:p>
                <a:pPr marL="914400" lvl="1" indent="-457200" algn="just">
                  <a:spcBef>
                    <a:spcPts val="1200"/>
                  </a:spcBef>
                  <a:buFont typeface="Wingdings" panose="05000000000000000000" pitchFamily="2" charset="2"/>
                  <a:buChar char="ü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Perda de uniformidade das cobranças tarifárias entre os portos;</a:t>
                </a:r>
              </a:p>
              <a:p>
                <a:pPr marL="914400" lvl="1" indent="-457200" algn="just">
                  <a:spcBef>
                    <a:spcPts val="1200"/>
                  </a:spcBef>
                  <a:buFont typeface="Wingdings" panose="05000000000000000000" pitchFamily="2" charset="2"/>
                  <a:buChar char="ü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Estratégia comercial de sobrevivência</a:t>
                </a:r>
              </a:p>
              <a:p>
                <a:pPr lvl="1" algn="just">
                  <a:spcBef>
                    <a:spcPts val="1200"/>
                  </a:spcBef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Tarifas </a:t>
                </a:r>
                <a:r>
                  <a:rPr lang="pt-BR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adequadas à sua operação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desde que informada previamente ao Ministério Supervisor e homologada pelos respectivos Conselhos da Autoridade Portuária (CAP).</a:t>
                </a:r>
                <a:endParaRPr lang="pt-BR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244EBB7-7D25-8790-A753-8BA1AF828D71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8425C55-987F-0CE8-E3C9-5A1DB6467ABA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Contexto Histórico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3C77881-B06F-521B-8DCF-D4810890FA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AF117530-F1E5-FA67-140D-51009EC908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2940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BF8A1-AD97-4C6C-CF22-A0E9603C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818A9F-850C-E5AF-8C48-5506C1DCAE4B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6E395834-D1D3-4A0D-C1A2-8AE2C38C0B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96" r="19561"/>
          <a:stretch>
            <a:fillRect/>
          </a:stretch>
        </p:blipFill>
        <p:spPr>
          <a:xfrm>
            <a:off x="8141269" y="1289957"/>
            <a:ext cx="3396344" cy="4742543"/>
          </a:xfrm>
          <a:prstGeom prst="rect">
            <a:avLst/>
          </a:prstGeom>
        </p:spPr>
      </p:pic>
      <p:grpSp>
        <p:nvGrpSpPr>
          <p:cNvPr id="24" name="Group 5">
            <a:extLst>
              <a:ext uri="{FF2B5EF4-FFF2-40B4-BE49-F238E27FC236}">
                <a16:creationId xmlns:a16="http://schemas.microsoft.com/office/drawing/2014/main" id="{EEEFC0E3-4E91-E445-9B75-A780C61DC1AD}"/>
              </a:ext>
            </a:extLst>
          </p:cNvPr>
          <p:cNvGrpSpPr/>
          <p:nvPr/>
        </p:nvGrpSpPr>
        <p:grpSpPr>
          <a:xfrm>
            <a:off x="736804" y="643626"/>
            <a:ext cx="6185204" cy="1307697"/>
            <a:chOff x="1427747" y="989398"/>
            <a:chExt cx="5702562" cy="1307697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01445E9C-4517-D21B-8AE0-5280BC021B34}"/>
                </a:ext>
              </a:extLst>
            </p:cNvPr>
            <p:cNvSpPr/>
            <p:nvPr/>
          </p:nvSpPr>
          <p:spPr>
            <a:xfrm>
              <a:off x="1587926" y="1650764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F15087FC-E1B5-E000-5A97-5B22B85F9B78}"/>
                </a:ext>
              </a:extLst>
            </p:cNvPr>
            <p:cNvGrpSpPr/>
            <p:nvPr/>
          </p:nvGrpSpPr>
          <p:grpSpPr>
            <a:xfrm>
              <a:off x="1427747" y="989398"/>
              <a:ext cx="5702562" cy="661336"/>
              <a:chOff x="4348630" y="-2403561"/>
              <a:chExt cx="5702562" cy="661336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1702550F-F5A9-1AB7-D120-14CC2BC30A2E}"/>
                  </a:ext>
                </a:extLst>
              </p:cNvPr>
              <p:cNvSpPr/>
              <p:nvPr/>
            </p:nvSpPr>
            <p:spPr>
              <a:xfrm>
                <a:off x="4348630" y="-2403561"/>
                <a:ext cx="570256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B426C"/>
                    </a:solidFill>
                    <a:latin typeface="Poppins SemiBold" pitchFamily="2" charset="77"/>
                    <a:cs typeface="Poppins SemiBold" pitchFamily="2" charset="77"/>
                  </a:rPr>
                  <a:t>Contexto histórico</a:t>
                </a:r>
                <a:endParaRPr lang="en-US" sz="3600" b="1" dirty="0">
                  <a:solidFill>
                    <a:srgbClr val="2B426C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64A8D9D7-3B89-BA5F-DCE7-E88B006088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1107" y="-174222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BEF290C8-219E-3C62-82F3-0EC4B4356C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99EAA57-29E0-0EBB-53BE-66E6DA075F67}"/>
              </a:ext>
            </a:extLst>
          </p:cNvPr>
          <p:cNvSpPr txBox="1"/>
          <p:nvPr/>
        </p:nvSpPr>
        <p:spPr>
          <a:xfrm>
            <a:off x="438852" y="1628157"/>
            <a:ext cx="722376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pt-BR" sz="2800" dirty="0"/>
              <a:t>Como resultado, ao longo do tempo, cresceu a </a:t>
            </a:r>
            <a:r>
              <a:rPr lang="pt-BR" sz="2800" b="1" dirty="0"/>
              <a:t>dificuldade de comparar as cobranças tarifárias entre os portos organizados</a:t>
            </a:r>
            <a:r>
              <a:rPr lang="pt-BR" sz="2800" dirty="0"/>
              <a:t>, pois restaram dezenas de redações para a mesma cobrança, e </a:t>
            </a:r>
            <a:r>
              <a:rPr lang="pt-BR" sz="2800" b="1" dirty="0"/>
              <a:t>inúmeras formas de incidência, descrições, métricas, isenções, franquias, etc</a:t>
            </a:r>
            <a:r>
              <a:rPr lang="pt-BR" sz="2800" dirty="0"/>
              <a:t>. </a:t>
            </a:r>
            <a:r>
              <a:rPr lang="pt-BR" sz="2800" b="1" dirty="0"/>
              <a:t>Sofre também o armador</a:t>
            </a:r>
            <a:r>
              <a:rPr lang="pt-BR" sz="2800" dirty="0"/>
              <a:t>, ao decidir </a:t>
            </a:r>
            <a:r>
              <a:rPr lang="pt-BR" sz="2800" b="1" dirty="0"/>
              <a:t>qual é a infraestrutura portuária pública menos custosa </a:t>
            </a:r>
            <a:r>
              <a:rPr lang="pt-BR" sz="2800" dirty="0"/>
              <a:t>para o transporte desejado, fator contribuinte para eventual decisão em favor da atracação em um terminal de uso privado. </a:t>
            </a:r>
            <a:endParaRPr lang="en-US" sz="2800" dirty="0">
              <a:solidFill>
                <a:srgbClr val="203864"/>
              </a:solidFill>
              <a:latin typeface="Lato" panose="020F0502020204030203" pitchFamily="34" charset="77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5918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3207B-2201-A78E-F815-F350A8728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C530EAE4-4B58-7926-83C3-E46DF6E9387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71698A6-DC38-E42D-29B9-819EE3D01994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902E34-BC7D-CB90-871E-C35B525B4272}"/>
              </a:ext>
            </a:extLst>
          </p:cNvPr>
          <p:cNvGrpSpPr/>
          <p:nvPr/>
        </p:nvGrpSpPr>
        <p:grpSpPr>
          <a:xfrm>
            <a:off x="796566" y="765503"/>
            <a:ext cx="6939586" cy="4105722"/>
            <a:chOff x="1500749" y="1412532"/>
            <a:chExt cx="6939586" cy="410572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76B18EE-05BE-F40A-B40A-6FEEA3103C7A}"/>
                </a:ext>
              </a:extLst>
            </p:cNvPr>
            <p:cNvGrpSpPr/>
            <p:nvPr/>
          </p:nvGrpSpPr>
          <p:grpSpPr>
            <a:xfrm>
              <a:off x="1500749" y="1650764"/>
              <a:ext cx="6939586" cy="3867490"/>
              <a:chOff x="884979" y="1679962"/>
              <a:chExt cx="6939586" cy="386749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FA184D-72CC-27F2-7830-48F495552425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91C2497-0B44-1CCC-962F-18DC6CCF0548}"/>
                  </a:ext>
                </a:extLst>
              </p:cNvPr>
              <p:cNvSpPr/>
              <p:nvPr/>
            </p:nvSpPr>
            <p:spPr>
              <a:xfrm>
                <a:off x="884979" y="2869796"/>
                <a:ext cx="6939586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 a criação da Agência Nacional de Transportes Aquaviários – Antaq, em fevereiro de 2002, o setor retomou direção mais uniforme e busca pelo equilíbrio econômico-financeiro das Autoridades Portuárias.</a:t>
                </a:r>
                <a:endParaRPr lang="pt-BR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F984D66-C962-0DAC-5F30-68452EADDAA4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D110951-ECA7-E73B-B70E-49C290A909AB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Contexto Histórico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B5FA68D-BB5B-E3FE-74D6-93323C7B7E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1AFA467A-4A87-98FB-961E-C13FACD239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5196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048C-5F93-6BC8-6212-22BF3A5CB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69C965E5-4712-AC04-28E3-50B8F4C8A3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D50F70-F922-5F07-E3FB-9210ACC47384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B9F3CC-A677-5F51-5C69-D30675BF4BF1}"/>
              </a:ext>
            </a:extLst>
          </p:cNvPr>
          <p:cNvGrpSpPr/>
          <p:nvPr/>
        </p:nvGrpSpPr>
        <p:grpSpPr>
          <a:xfrm>
            <a:off x="910540" y="941095"/>
            <a:ext cx="7053579" cy="4551925"/>
            <a:chOff x="1587924" y="1412532"/>
            <a:chExt cx="7053579" cy="455192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1C572EE-43AE-3364-8CC2-D683A4F50615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4313693"/>
              <a:chOff x="972156" y="1679962"/>
              <a:chExt cx="7053577" cy="431369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1F2087C-C0D4-772E-7352-0D036FFE426F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B94EA8-2E98-886E-CFA6-4D1AEC9EBACD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35702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Leis principais: 10.233/2001 e 12.815/2013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ANTAQ regula, supervisiona e fiscaliza tarifas;</a:t>
                </a:r>
              </a:p>
              <a:p>
                <a:pPr marL="457200" indent="-457200" algn="just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Portaria MF 118/2002 define reajustes e revisões;</a:t>
                </a:r>
              </a:p>
              <a:p>
                <a:pPr marL="457200" indent="-457200" algn="just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Resolução ANTAQ 61/2021 padroniza estrutura tarifária.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8E79215-8BED-B1BB-7B9F-4B9C771C6EBB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EFF8318-D9F6-8C82-5A8D-B107AC15AB49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Base Legal 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24C6C85-1C74-F5A8-0CB7-92BBA3D687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410DC975-9BB7-30B8-7370-D65A138081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99289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9CA99-EAD9-486A-05D4-CFACB097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C93E7DA6-ED23-7FBE-4545-0AF9578313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84074E5-5171-4821-0F20-9D82E4DE1B96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Art. 23. Constituem a esfera de atuação da Antaq: </a:t>
            </a: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 - 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portos organizados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as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instalações portuárias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neles localizadas; </a:t>
            </a: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 -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instalações portuárias de que trata o art. 8º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Lei na qual foi convertida a Medida Provisória no 595, de 6 de dezembro de 2012; (Redação dada pela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Lei nº 12.815, de 2013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Art. 27. Cabe à ANTAQ, em sua esfera de atuação: </a:t>
            </a: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 – promover estudos aplicados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às definições de tarifas, preços e fretes, em confronto com os custos e os benefícios econômicos transferidos aos usuários </a:t>
            </a:r>
            <a:r>
              <a:rPr lang="pt-BR" sz="2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pelos investimentos realizados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8B5ADA4-70B8-E982-8C55-640983D8A474}"/>
              </a:ext>
            </a:extLst>
          </p:cNvPr>
          <p:cNvGrpSpPr/>
          <p:nvPr/>
        </p:nvGrpSpPr>
        <p:grpSpPr>
          <a:xfrm>
            <a:off x="681940" y="577958"/>
            <a:ext cx="7282179" cy="1868074"/>
            <a:chOff x="1359324" y="1049395"/>
            <a:chExt cx="7282179" cy="18680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E02B851-5393-EF22-6A3B-3CCDBD317907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1266705"/>
              <a:chOff x="972156" y="1679962"/>
              <a:chExt cx="7053577" cy="126670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1E68B7C-2099-20A2-8D8E-55F98FE858A9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9548B0E-804A-432E-2BD4-7CA282DDF450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982515C-CB68-A677-87D4-689C9C996FB3}"/>
                </a:ext>
              </a:extLst>
            </p:cNvPr>
            <p:cNvGrpSpPr/>
            <p:nvPr/>
          </p:nvGrpSpPr>
          <p:grpSpPr>
            <a:xfrm>
              <a:off x="1359324" y="1049395"/>
              <a:ext cx="6543489" cy="646331"/>
              <a:chOff x="4280207" y="-2343564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87DC511-BFB3-CF92-BAE7-BFED688073E9}"/>
                  </a:ext>
                </a:extLst>
              </p:cNvPr>
              <p:cNvSpPr/>
              <p:nvPr/>
            </p:nvSpPr>
            <p:spPr>
              <a:xfrm>
                <a:off x="4280207" y="-2343564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Lei 10.233/2001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A8CC6BA-EDC7-F2A8-4946-527664D3B5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5056" y="-174219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27FE9262-8FC7-7CAC-B90A-E258F00D42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94819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FD2C-4956-210B-0FAA-13089154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7DB83594-F2B0-85FF-4B15-8D78E84665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E95D991-750E-8DCB-B288-1222DE1D9B56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Art. 27. Cabe à ANTAQ, em sua esfera de atuação: </a:t>
            </a: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 –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elaborar e editar normas e regulamentos relativos à prestação de serviços de transporte e à exploração da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infra-estrutura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aquaviária e portuária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garantindo isonomia no seu acesso e uso, assegurando os direitos dos usuários e fomentando a competição entre os operadores; </a:t>
            </a: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VII - promover as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revisões e os reajustes das tarifas portuárias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assegurada a </a:t>
            </a:r>
            <a:r>
              <a:rPr lang="pt-BR" sz="2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prévia, com antecedência mínima de 15 (quinze) dias úteis, ao poder concedente e ao Ministério da Fazenda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XIV -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estabelecer normas e padrões a serem observados pelas administrações portuárias, concessionários, arrendatários, autorizatários e operadores portuários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nos termos da Lei na qual foi convertida a Medida Provisória nº 595, de 6 de dezembro de 2012. 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CAD6EB-08A3-DDE1-172F-04ED2916D762}"/>
              </a:ext>
            </a:extLst>
          </p:cNvPr>
          <p:cNvGrpSpPr/>
          <p:nvPr/>
        </p:nvGrpSpPr>
        <p:grpSpPr>
          <a:xfrm>
            <a:off x="681940" y="577958"/>
            <a:ext cx="7282179" cy="1868074"/>
            <a:chOff x="1359324" y="1049395"/>
            <a:chExt cx="7282179" cy="18680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30C58A2-6C04-8589-AAE8-D37E0E8322AA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1266705"/>
              <a:chOff x="972156" y="1679962"/>
              <a:chExt cx="7053577" cy="126670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C86DBB8-9B43-B463-516D-42D0C3551B2E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22DDE7D-AF68-7615-9077-524AEA461F7E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C826E3E-B47A-4540-C494-579B360E2DB7}"/>
                </a:ext>
              </a:extLst>
            </p:cNvPr>
            <p:cNvGrpSpPr/>
            <p:nvPr/>
          </p:nvGrpSpPr>
          <p:grpSpPr>
            <a:xfrm>
              <a:off x="1359324" y="1049395"/>
              <a:ext cx="6543489" cy="646331"/>
              <a:chOff x="4280207" y="-2343564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06DB6E1-60C7-41FB-263E-ED50A37DEF50}"/>
                  </a:ext>
                </a:extLst>
              </p:cNvPr>
              <p:cNvSpPr/>
              <p:nvPr/>
            </p:nvSpPr>
            <p:spPr>
              <a:xfrm>
                <a:off x="4280207" y="-2343564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Lei 10.233/2001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EB8D22F-D6C5-EF06-6E13-C9EEDFAD4A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5056" y="-174219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312B9372-8874-AF14-84E2-F8ABFE5F5F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99010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BB3-D95B-BBEF-0429-837224958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EF302C88-A059-B7AD-AFC4-E71B5708B7E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4F89B16-92C5-FAC3-18F9-DEA26A238710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Art. 4º No exercício de seu poder normativo caberá à ANTAQ disciplinar, dentre outros aspectos, a outorga, a prestação, a comercialização e o uso dos serviços, bem como: </a:t>
            </a:r>
          </a:p>
          <a:p>
            <a:pPr algn="just"/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 - disciplinar o cumprimento das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obrigações de continuidade da prestação dos serviços e da exploração da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infra-estrutura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transportes atribuídas aos concessionários, permissionários e autorizados; </a:t>
            </a: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 - definir 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termos em que serão compartilhados com os usuários os ganhos econômicos do concessionário decorrentes da modernização, expansão ou racionalização da prestação dos serviços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bem como de novas receitas alternativas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5A839C-D092-3A32-72A0-172D2CADF8BE}"/>
              </a:ext>
            </a:extLst>
          </p:cNvPr>
          <p:cNvGrpSpPr/>
          <p:nvPr/>
        </p:nvGrpSpPr>
        <p:grpSpPr>
          <a:xfrm>
            <a:off x="681940" y="577958"/>
            <a:ext cx="7282179" cy="1868074"/>
            <a:chOff x="1359324" y="1049395"/>
            <a:chExt cx="7282179" cy="18680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D9B7857-A9AC-2F4C-DA5C-5474D3A62793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1266705"/>
              <a:chOff x="972156" y="1679962"/>
              <a:chExt cx="7053577" cy="126670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D22478D-DA49-FCBA-AADC-4285B4E20B7A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D9019CF-4C49-6B32-458B-6FB7CD692D76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34FECA5-D13A-68FC-0DB6-8923A070465F}"/>
                </a:ext>
              </a:extLst>
            </p:cNvPr>
            <p:cNvGrpSpPr/>
            <p:nvPr/>
          </p:nvGrpSpPr>
          <p:grpSpPr>
            <a:xfrm>
              <a:off x="1359324" y="1049395"/>
              <a:ext cx="6543489" cy="646331"/>
              <a:chOff x="4280207" y="-2343564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7EBB48B-62F8-AFA4-AB06-B6F55A1DE975}"/>
                  </a:ext>
                </a:extLst>
              </p:cNvPr>
              <p:cNvSpPr/>
              <p:nvPr/>
            </p:nvSpPr>
            <p:spPr>
              <a:xfrm>
                <a:off x="4280207" y="-2343564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Decreto 4.122/2002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7CA40AE-BC48-7CF6-3B5A-7FE13F6656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5056" y="-174219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401E7251-D778-7C0A-54C1-39E496D54F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8687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6993D-CE5A-26CB-5A0B-ECAD4CF64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020F5A32-CCD0-9DAF-A6A8-D640434E59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A8D9D52-269E-F951-CF79-2E646230E52D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Art. 4º No exercício de seu poder normativo caberá à ANTAQ disciplinar, dentre outros aspectos, a outorga, a prestação, a comercialização e o uso dos serviços, bem como: </a:t>
            </a:r>
          </a:p>
          <a:p>
            <a:pPr algn="just"/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- definir 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 pela qual serão transferidos aos usuários os ganhos econômicos que não decorram da eficiência empresarial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daqueles que, sob qualquer regime, explorem atividade regulada pela ANTAQ,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tais como diminuição de tributos ou encargos legais, ou novas regras sobre os serviços; </a:t>
            </a: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 - estabelecer 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mecanismos para acompanhamento das tarifas e dos preços, de forma a garantir sua publicidade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pt-BR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B025999-3A2F-3D6E-43E1-7B1A0027B18B}"/>
              </a:ext>
            </a:extLst>
          </p:cNvPr>
          <p:cNvGrpSpPr/>
          <p:nvPr/>
        </p:nvGrpSpPr>
        <p:grpSpPr>
          <a:xfrm>
            <a:off x="681940" y="577958"/>
            <a:ext cx="7282179" cy="1868074"/>
            <a:chOff x="1359324" y="1049395"/>
            <a:chExt cx="7282179" cy="18680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6CB16B1-1240-B5E4-260B-58684DB3F840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1266705"/>
              <a:chOff x="972156" y="1679962"/>
              <a:chExt cx="7053577" cy="126670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89CA4A-89E6-A94C-EAAD-1FDC91A02E94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89E76C7-6D36-1581-8BCC-E9E5AB5297F4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E49C04F-CF4E-D389-D4FB-2E6C6886F934}"/>
                </a:ext>
              </a:extLst>
            </p:cNvPr>
            <p:cNvGrpSpPr/>
            <p:nvPr/>
          </p:nvGrpSpPr>
          <p:grpSpPr>
            <a:xfrm>
              <a:off x="1359324" y="1049395"/>
              <a:ext cx="6543489" cy="646331"/>
              <a:chOff x="4280207" y="-2343564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085F4F-1533-E4CE-282F-36675F007F88}"/>
                  </a:ext>
                </a:extLst>
              </p:cNvPr>
              <p:cNvSpPr/>
              <p:nvPr/>
            </p:nvSpPr>
            <p:spPr>
              <a:xfrm>
                <a:off x="4280207" y="-2343564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Decreto 4.122/2002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4BF1730-F4C0-9134-B25B-C417BAB3D2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5056" y="-174219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7C6164B7-AA86-B0A7-873F-7552D22144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4046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D796E-7D1D-CDC2-7A3A-90BD0FE4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E880E727-6C28-AA8B-865D-57B2E88AF09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B67FFF8-1B32-710B-58F0-76BBBE5089C1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r>
              <a:rPr lang="pt-BR" sz="2800" b="1" dirty="0">
                <a:solidFill>
                  <a:schemeClr val="tx1"/>
                </a:solidFill>
              </a:rPr>
              <a:t>Reajustes:</a:t>
            </a: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800" dirty="0">
                <a:solidFill>
                  <a:schemeClr val="tx1"/>
                </a:solidFill>
              </a:rPr>
              <a:t>periodicidade mínima anual;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800" dirty="0">
                <a:solidFill>
                  <a:schemeClr val="tx1"/>
                </a:solidFill>
              </a:rPr>
              <a:t>baseados em custos operacionais ou índices de preços;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800" dirty="0">
                <a:solidFill>
                  <a:schemeClr val="tx1"/>
                </a:solidFill>
              </a:rPr>
              <a:t>devem estar previstos em contratos de concessão, termos de autorização ou convênios de delegação;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800" dirty="0">
                <a:solidFill>
                  <a:schemeClr val="tx1"/>
                </a:solidFill>
              </a:rPr>
              <a:t>Incluir parcela de dos ganhos de eficiência das empresas aos usuários.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42DC30F-44FE-D2CC-8C49-32883797B7DC}"/>
              </a:ext>
            </a:extLst>
          </p:cNvPr>
          <p:cNvGrpSpPr/>
          <p:nvPr/>
        </p:nvGrpSpPr>
        <p:grpSpPr>
          <a:xfrm>
            <a:off x="823365" y="333373"/>
            <a:ext cx="7369354" cy="1266705"/>
            <a:chOff x="1272149" y="1650764"/>
            <a:chExt cx="7369354" cy="126670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909A875-BE4A-3713-5F1D-50A4C2AF502A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1266705"/>
              <a:chOff x="972156" y="1679962"/>
              <a:chExt cx="7053577" cy="126670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416C35C-F1E3-EE14-3B86-12AA7BDA1AD2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236214E-B1BB-B775-2EF1-7B3013031199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9CD72E9-BDB2-15D5-A1AC-4C8905DA4B41}"/>
                </a:ext>
              </a:extLst>
            </p:cNvPr>
            <p:cNvGrpSpPr/>
            <p:nvPr/>
          </p:nvGrpSpPr>
          <p:grpSpPr>
            <a:xfrm>
              <a:off x="1272149" y="1852354"/>
              <a:ext cx="6543489" cy="646331"/>
              <a:chOff x="4193032" y="-1540605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93A5BBE-74B7-6503-030F-44FD07C0B2B6}"/>
                  </a:ext>
                </a:extLst>
              </p:cNvPr>
              <p:cNvSpPr/>
              <p:nvPr/>
            </p:nvSpPr>
            <p:spPr>
              <a:xfrm>
                <a:off x="4193032" y="-1540605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Portaria MF 118/2002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EA3FA13-3481-54CF-6824-56F8A7E053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0207" y="-98537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2BD8648A-194D-D22E-0684-1CE927864A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87846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4FC4E-D3A0-FB8E-D957-DDDB786C6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B60B2F11-ED0D-598F-320A-C87C2A56F3C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691E497-C4A7-CD21-305F-DDD3EF519CAF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r>
              <a:rPr lang="pt-BR" sz="2800" b="1" dirty="0">
                <a:solidFill>
                  <a:schemeClr val="tx1"/>
                </a:solidFill>
              </a:rPr>
              <a:t>Revisões ordinárias:</a:t>
            </a: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800" dirty="0">
                <a:solidFill>
                  <a:schemeClr val="tx1"/>
                </a:solidFill>
              </a:rPr>
              <a:t>devem estar previstos em contratos de concessão, termos de autorização ou convênios de delegação;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800" dirty="0">
                <a:solidFill>
                  <a:schemeClr val="tx1"/>
                </a:solidFill>
              </a:rPr>
              <a:t>Receita necessária para cobrir os custos operacionais e remuneração do capital;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800" dirty="0">
                <a:solidFill>
                  <a:schemeClr val="tx1"/>
                </a:solidFill>
              </a:rPr>
              <a:t>Incorporar parcela das receitas oriundas de outras fontes para fins de modicidade da tarifa.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C539F0C-C8A8-2118-787B-EB6569EEC1AB}"/>
              </a:ext>
            </a:extLst>
          </p:cNvPr>
          <p:cNvGrpSpPr/>
          <p:nvPr/>
        </p:nvGrpSpPr>
        <p:grpSpPr>
          <a:xfrm>
            <a:off x="823365" y="333373"/>
            <a:ext cx="7369354" cy="1266705"/>
            <a:chOff x="1272149" y="1650764"/>
            <a:chExt cx="7369354" cy="126670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12EBCC9-A23D-E01A-006F-D3BEFB0C0DAF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1266705"/>
              <a:chOff x="972156" y="1679962"/>
              <a:chExt cx="7053577" cy="126670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B8AE9AA-494E-CA2F-4E6F-208ACD8C8F6F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3DC223F-173E-3C22-6381-61CE0B0A0042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C822536-8655-7ED0-335D-C12270AF968F}"/>
                </a:ext>
              </a:extLst>
            </p:cNvPr>
            <p:cNvGrpSpPr/>
            <p:nvPr/>
          </p:nvGrpSpPr>
          <p:grpSpPr>
            <a:xfrm>
              <a:off x="1272149" y="1852354"/>
              <a:ext cx="6543489" cy="646331"/>
              <a:chOff x="4193032" y="-1540605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FECBCEB-AF89-79CC-4CE2-AF5AAFFB480A}"/>
                  </a:ext>
                </a:extLst>
              </p:cNvPr>
              <p:cNvSpPr/>
              <p:nvPr/>
            </p:nvSpPr>
            <p:spPr>
              <a:xfrm>
                <a:off x="4193032" y="-1540605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Portaria MF 118/2002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89287A5-9E26-A19E-6A17-4AFB7EB401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0207" y="-98537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9D7F428B-DFAB-8146-33AB-B6B56552E4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981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CD6DE-0E5F-CC86-5BD7-3E94A9EE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22471032-26A7-8018-65AD-79409FC975A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3342203-1809-FB16-86EA-AAB6F20BB844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r>
              <a:rPr lang="pt-BR" sz="2800" b="1" dirty="0">
                <a:solidFill>
                  <a:schemeClr val="tx1"/>
                </a:solidFill>
              </a:rPr>
              <a:t>Revisões extraordinárias:</a:t>
            </a: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800" dirty="0">
                <a:solidFill>
                  <a:schemeClr val="tx1"/>
                </a:solidFill>
              </a:rPr>
              <a:t>Identificar nexo causal responsável pelo desiquilíbrio econômico e financeiro nos contratos;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800" dirty="0">
                <a:solidFill>
                  <a:schemeClr val="tx1"/>
                </a:solidFill>
              </a:rPr>
              <a:t>Receita necessária para cobrir os custos operacionais e remuneração do capital;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800" dirty="0">
                <a:solidFill>
                  <a:schemeClr val="tx1"/>
                </a:solidFill>
              </a:rPr>
              <a:t>Incorporar parcela das receitas oriundas de outras fontes para fins de modicidade da tarifa.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7652A8-133C-AB6E-8388-56CC712D4DE8}"/>
              </a:ext>
            </a:extLst>
          </p:cNvPr>
          <p:cNvGrpSpPr/>
          <p:nvPr/>
        </p:nvGrpSpPr>
        <p:grpSpPr>
          <a:xfrm>
            <a:off x="823365" y="333373"/>
            <a:ext cx="7369354" cy="1266705"/>
            <a:chOff x="1272149" y="1650764"/>
            <a:chExt cx="7369354" cy="126670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5FD836C-008B-43D1-8A29-308326EBAA6C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1266705"/>
              <a:chOff x="972156" y="1679962"/>
              <a:chExt cx="7053577" cy="126670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6CA3368-AF6A-22C8-8D10-26E49FEF46F5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A9A25B7-55B8-22C6-E26F-A6654E53260F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6BECAC4-E8D6-8FBB-F1E6-8E1707F50318}"/>
                </a:ext>
              </a:extLst>
            </p:cNvPr>
            <p:cNvGrpSpPr/>
            <p:nvPr/>
          </p:nvGrpSpPr>
          <p:grpSpPr>
            <a:xfrm>
              <a:off x="1272149" y="1852354"/>
              <a:ext cx="6543489" cy="646331"/>
              <a:chOff x="4193032" y="-1540605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82ADFE5-1CFD-1F6C-854B-2CB9407BF0E1}"/>
                  </a:ext>
                </a:extLst>
              </p:cNvPr>
              <p:cNvSpPr/>
              <p:nvPr/>
            </p:nvSpPr>
            <p:spPr>
              <a:xfrm>
                <a:off x="4193032" y="-1540605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Portaria MF 118/2002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86DA398-5367-5C4A-93CE-EC0A862F6D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0207" y="-98537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4E1FDA3A-82BB-0B30-CC5D-7E85AD99AC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2673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5FD75-E370-8120-6FDA-F897D9AD9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C8E07253-3D90-A24E-928F-6D1F3ACE6C4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35D89EB-5968-91AA-DDB4-6E024167BFC5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Art. 4º À Antaq compete: </a:t>
            </a: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– promover estudos específicos de demanda de transporte aquaviário e de atividades portuárias; II – promover estudos aplicados às definições de tarifas, preços e fretes, em confronto com os custos e benefícios econômicos transferidos aos usuários pelos investimentos realizados; </a:t>
            </a: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– promover as revisões e os reajustes das tarifas portuárias, assegurada a comunicação prévia, com antecedência mínima de 15 (quinze) dias úteis, ao poder concedente e ao Ministério da Fazenda; </a:t>
            </a:r>
          </a:p>
          <a:p>
            <a:pPr algn="just"/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Art. 74. Compete à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Gerência de Regulação Portuária - GRP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III–propor: a) o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início e o fim do ciclo tarifário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 autoridades portuárias e a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revisão dos parâmetros de eficiência das administrações dos portos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e b) a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revisão extraordinária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tarifária de ofício das autoridades portuárias e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 andamento às revisões tarifárias ordinárias.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C839ED-CF8C-0264-59D3-61765920B35B}"/>
              </a:ext>
            </a:extLst>
          </p:cNvPr>
          <p:cNvGrpSpPr/>
          <p:nvPr/>
        </p:nvGrpSpPr>
        <p:grpSpPr>
          <a:xfrm>
            <a:off x="823365" y="456838"/>
            <a:ext cx="7369354" cy="1266705"/>
            <a:chOff x="1272149" y="1650764"/>
            <a:chExt cx="7369354" cy="126670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12180B2-C171-0898-D986-04CF01407FAB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1266705"/>
              <a:chOff x="972156" y="1679962"/>
              <a:chExt cx="7053577" cy="126670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82DC023-1D8E-64E3-B9F0-5249D0DDE05D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77B4C9A-BD03-BF6D-66D7-81020AEEE629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A425B8D-7C88-B3BA-5D79-2D7DB0A3FBBD}"/>
                </a:ext>
              </a:extLst>
            </p:cNvPr>
            <p:cNvGrpSpPr/>
            <p:nvPr/>
          </p:nvGrpSpPr>
          <p:grpSpPr>
            <a:xfrm>
              <a:off x="1272149" y="1852354"/>
              <a:ext cx="6543489" cy="646331"/>
              <a:chOff x="4193032" y="-1540605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DEE6A48-25BD-8000-BE86-201D124F4E4E}"/>
                  </a:ext>
                </a:extLst>
              </p:cNvPr>
              <p:cNvSpPr/>
              <p:nvPr/>
            </p:nvSpPr>
            <p:spPr>
              <a:xfrm>
                <a:off x="4193032" y="-1540605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Regimento Interno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D10C1C0-42D5-C3DB-6DCE-01399A0BC2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0207" y="-98537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3B07A542-6F5B-92F1-7CF3-14037ECD13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6598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8353E-1FC7-6573-2176-9E0199BF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7959982F-1DA4-9AF8-C2D0-97F83E0E30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ECA2CB0-BE9B-A4A1-E6D5-E2AF32A328DC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r>
              <a:rPr lang="pt-BR" sz="2800" b="1" dirty="0">
                <a:solidFill>
                  <a:schemeClr val="tx1"/>
                </a:solidFill>
              </a:rPr>
              <a:t>Disciplina:</a:t>
            </a: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800" dirty="0">
                <a:solidFill>
                  <a:schemeClr val="tx1"/>
                </a:solidFill>
              </a:rPr>
              <a:t>Estrutura tarifária padronizada;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800" dirty="0">
                <a:solidFill>
                  <a:schemeClr val="tx1"/>
                </a:solidFill>
              </a:rPr>
              <a:t>Revisão das tarifas nos portos organizados;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pt-BR" sz="2800" dirty="0">
                <a:solidFill>
                  <a:schemeClr val="tx1"/>
                </a:solidFill>
              </a:rPr>
              <a:t>Revisão tarifária (ordinária e extraordinária);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pt-BR" sz="2800" dirty="0">
                <a:solidFill>
                  <a:schemeClr val="tx1"/>
                </a:solidFill>
              </a:rPr>
              <a:t>Reajuste tarifário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endParaRPr lang="pt-BR" sz="2800" dirty="0">
              <a:solidFill>
                <a:schemeClr val="tx1"/>
              </a:solidFill>
            </a:endParaRPr>
          </a:p>
          <a:p>
            <a:pPr lvl="1" algn="just"/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Consagrou modelo de revisão tarifária baseada no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equilíbrio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receitas projetas com os custos médios projetados de cada serviço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o período subsequente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1163A6C-78A3-4A10-F647-1DD085537CAA}"/>
              </a:ext>
            </a:extLst>
          </p:cNvPr>
          <p:cNvGrpSpPr/>
          <p:nvPr/>
        </p:nvGrpSpPr>
        <p:grpSpPr>
          <a:xfrm>
            <a:off x="823365" y="333373"/>
            <a:ext cx="7369354" cy="1266705"/>
            <a:chOff x="1272149" y="1650764"/>
            <a:chExt cx="7369354" cy="126670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307791D-3B3E-A171-19D2-B23F59AF6FD2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1266705"/>
              <a:chOff x="972156" y="1679962"/>
              <a:chExt cx="7053577" cy="126670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AD84F23-882C-D5DE-4559-DFE2EA5025F4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A89C35D-D07A-9020-1D09-776C645D1568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B0D123B-238F-F1AD-7BCD-03660E5326A9}"/>
                </a:ext>
              </a:extLst>
            </p:cNvPr>
            <p:cNvGrpSpPr/>
            <p:nvPr/>
          </p:nvGrpSpPr>
          <p:grpSpPr>
            <a:xfrm>
              <a:off x="1272149" y="1852354"/>
              <a:ext cx="6543489" cy="646331"/>
              <a:chOff x="4193032" y="-1540605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93D8212-FDDB-57A4-0A0F-6F69260EB832}"/>
                  </a:ext>
                </a:extLst>
              </p:cNvPr>
              <p:cNvSpPr/>
              <p:nvPr/>
            </p:nvSpPr>
            <p:spPr>
              <a:xfrm>
                <a:off x="4193032" y="-1540605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Resolução ANTAQ 61/2021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7AD4161-A0F4-199B-1347-54DCF12A4D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0207" y="-98537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188E4D7D-8F97-B4C4-A283-418232AF15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2779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A3B2C-973F-68F7-8DCE-9426992D0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870018BB-8D02-1DCF-8E2F-E4A77137DE3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C8EDA14-BF36-5670-F707-165E61F74B09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b="1" dirty="0">
              <a:solidFill>
                <a:schemeClr val="tx1"/>
              </a:solidFill>
            </a:endParaRPr>
          </a:p>
          <a:p>
            <a:pPr algn="just"/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800" dirty="0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63021AC-71F9-F840-2D54-601F629DA92E}"/>
              </a:ext>
            </a:extLst>
          </p:cNvPr>
          <p:cNvGrpSpPr/>
          <p:nvPr/>
        </p:nvGrpSpPr>
        <p:grpSpPr>
          <a:xfrm>
            <a:off x="823365" y="333373"/>
            <a:ext cx="7369354" cy="1266705"/>
            <a:chOff x="1272149" y="1650764"/>
            <a:chExt cx="7369354" cy="126670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4BD3215-4075-84C1-DC03-A9E37DEF40CD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1266705"/>
              <a:chOff x="972156" y="1679962"/>
              <a:chExt cx="7053577" cy="126670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EB9E960-C6BE-FA32-E8B9-946F4F5A53B8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EEA39E5-703E-721D-E142-B4DAEA914B26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CFF2344-8B67-7CAB-6AAF-0BFD87A0C678}"/>
                </a:ext>
              </a:extLst>
            </p:cNvPr>
            <p:cNvGrpSpPr/>
            <p:nvPr/>
          </p:nvGrpSpPr>
          <p:grpSpPr>
            <a:xfrm>
              <a:off x="1272149" y="1852354"/>
              <a:ext cx="6543489" cy="646331"/>
              <a:chOff x="4193032" y="-1540605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EBA1626-E2E4-95FC-5036-EEDC10ED2520}"/>
                  </a:ext>
                </a:extLst>
              </p:cNvPr>
              <p:cNvSpPr/>
              <p:nvPr/>
            </p:nvSpPr>
            <p:spPr>
              <a:xfrm>
                <a:off x="4193032" y="-1540605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Resolução ANTAQ 61/2021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80A3D00-69B3-50B0-CC7A-4A8CA3A9F3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0207" y="-98537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3B730F71-41AA-186E-24F2-D99551DB9C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pic>
        <p:nvPicPr>
          <p:cNvPr id="9" name="Imagem 8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66A0567F-44C6-C88A-67F3-5D2BD34F6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46" y="1338468"/>
            <a:ext cx="7515658" cy="47820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9337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BD9B9-BFB2-164E-46C0-43DDBFCC0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F063173D-EEBF-572B-E237-1B51DA092C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E5389A1-5BFC-1905-5633-B64CCEF2CD36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9648BC-D35B-D1FA-258C-029D615211F7}"/>
              </a:ext>
            </a:extLst>
          </p:cNvPr>
          <p:cNvGrpSpPr/>
          <p:nvPr/>
        </p:nvGrpSpPr>
        <p:grpSpPr>
          <a:xfrm>
            <a:off x="910540" y="941095"/>
            <a:ext cx="6969784" cy="3523452"/>
            <a:chOff x="1587924" y="1412532"/>
            <a:chExt cx="6969784" cy="352345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F2D2EAA-7075-C7F6-55CD-718336DB4B80}"/>
                </a:ext>
              </a:extLst>
            </p:cNvPr>
            <p:cNvGrpSpPr/>
            <p:nvPr/>
          </p:nvGrpSpPr>
          <p:grpSpPr>
            <a:xfrm>
              <a:off x="1587926" y="1650764"/>
              <a:ext cx="6969782" cy="3285220"/>
              <a:chOff x="972156" y="1679962"/>
              <a:chExt cx="6969782" cy="328522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BF4181F-D54F-D588-5175-B5C625417735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490DB6D-006B-659D-9E8D-B0D662264F48}"/>
                  </a:ext>
                </a:extLst>
              </p:cNvPr>
              <p:cNvSpPr/>
              <p:nvPr/>
            </p:nvSpPr>
            <p:spPr>
              <a:xfrm>
                <a:off x="1002352" y="2564525"/>
                <a:ext cx="6939586" cy="24006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Intervenção quando há poder de monopólio</a:t>
                </a:r>
              </a:p>
              <a:p>
                <a:pPr marL="457200" indent="-457200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Objetivo: simular mercado competitivo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Equilibrar interesses de usuários e operadores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Central para eficiência do setor portuário.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CA3E465-D6E3-89D1-F2F6-681D072AA3A2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F2CA9B5-97BF-417C-EA89-4B146D6695B4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Regulação de Preços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6998A3B-5EB3-5E78-6166-9D92BB82C5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EF151703-BF0D-6548-E674-7F10BF37B7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95439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22720-9012-3C4D-6314-3B69BFD9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B5A63F8C-D71F-96D8-6AA5-5B141C68F80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0BDF903-AB4F-7844-9E6C-310ECE8D65AE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2D0492F-1CA0-8070-498C-299A7622B6E3}"/>
              </a:ext>
            </a:extLst>
          </p:cNvPr>
          <p:cNvGrpSpPr/>
          <p:nvPr/>
        </p:nvGrpSpPr>
        <p:grpSpPr>
          <a:xfrm>
            <a:off x="910540" y="941095"/>
            <a:ext cx="6969784" cy="4262116"/>
            <a:chOff x="1587924" y="1412532"/>
            <a:chExt cx="6969784" cy="426211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FE5977C-FBB2-0AB2-7021-7193CB670D56}"/>
                </a:ext>
              </a:extLst>
            </p:cNvPr>
            <p:cNvGrpSpPr/>
            <p:nvPr/>
          </p:nvGrpSpPr>
          <p:grpSpPr>
            <a:xfrm>
              <a:off x="1587926" y="1650764"/>
              <a:ext cx="6969782" cy="4023884"/>
              <a:chOff x="972156" y="1679962"/>
              <a:chExt cx="6969782" cy="402388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04C6243-C0F0-F29A-5769-FE822EA59D64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551CD22-5321-AC93-9450-328CBFF9BB7A}"/>
                  </a:ext>
                </a:extLst>
              </p:cNvPr>
              <p:cNvSpPr/>
              <p:nvPr/>
            </p:nvSpPr>
            <p:spPr>
              <a:xfrm>
                <a:off x="1002352" y="2564525"/>
                <a:ext cx="6939586" cy="3139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Características de monopólio natural;</a:t>
                </a:r>
              </a:p>
              <a:p>
                <a:pPr marL="457200" indent="-457200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Altos custos fixos e afundados;</a:t>
                </a:r>
              </a:p>
              <a:p>
                <a:pPr marL="457200" indent="-457200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Economias de escala e barreiras à entrada;</a:t>
                </a:r>
              </a:p>
              <a:p>
                <a:pPr marL="457200" indent="-457200">
                  <a:spcBef>
                    <a:spcPts val="1200"/>
                  </a:spcBef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Crescimento dos </a:t>
                </a:r>
                <a:r>
                  <a:rPr lang="pt-BR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TUPs</a:t>
                </a: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aumenta competição.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B85EFBE-344F-B2F1-E401-4EDC9F2DF36A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8B9B81C-E930-55CA-E133-F0E9E5958DBC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Estrutura do Mercado Portuário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12C1A8A-F197-845F-A961-786B4B178D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7AEF0DF1-1E61-7274-F074-CFF628FE62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457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78878-F841-4E82-EB69-C52962B7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E4702E61-D275-4F92-6217-6C89A241715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C80EEA1-1E75-5ED3-172C-C47733E97FFE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04193DB-B146-3F69-AC32-9E48E7992210}"/>
              </a:ext>
            </a:extLst>
          </p:cNvPr>
          <p:cNvGrpSpPr/>
          <p:nvPr/>
        </p:nvGrpSpPr>
        <p:grpSpPr>
          <a:xfrm>
            <a:off x="837388" y="622919"/>
            <a:ext cx="6969784" cy="1646015"/>
            <a:chOff x="1587924" y="1412532"/>
            <a:chExt cx="6969784" cy="164601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C683B7F-C158-FB54-565D-48FF0AA9DE2B}"/>
                </a:ext>
              </a:extLst>
            </p:cNvPr>
            <p:cNvGrpSpPr/>
            <p:nvPr/>
          </p:nvGrpSpPr>
          <p:grpSpPr>
            <a:xfrm>
              <a:off x="1587926" y="1650764"/>
              <a:ext cx="6969782" cy="1407783"/>
              <a:chOff x="972156" y="1679962"/>
              <a:chExt cx="6969782" cy="140778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96D7A23-3167-2D80-E206-8BA1655BBFF6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0965E85-F225-0687-FD45-827BEEC377C9}"/>
                  </a:ext>
                </a:extLst>
              </p:cNvPr>
              <p:cNvSpPr/>
              <p:nvPr/>
            </p:nvSpPr>
            <p:spPr>
              <a:xfrm>
                <a:off x="1002352" y="2564525"/>
                <a:ext cx="69395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08F7875-F1B9-DF35-5471-7652BF57BCEE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BC05BFC-2ED3-480A-DB6C-484E6016FEE4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Princípios da Tarifa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615ABAE-7356-210A-B510-D10DA4DD41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FB4F6661-220C-A144-A13D-D83DC840DB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pic>
        <p:nvPicPr>
          <p:cNvPr id="9" name="Imagem 8" descr="Tabela&#10;&#10;O conteúdo gerado por IA pode estar incorreto.">
            <a:extLst>
              <a:ext uri="{FF2B5EF4-FFF2-40B4-BE49-F238E27FC236}">
                <a16:creationId xmlns:a16="http://schemas.microsoft.com/office/drawing/2014/main" id="{34FAEA35-0F20-D9D3-B7F5-7A5BE221C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4897" y="1416018"/>
            <a:ext cx="5301975" cy="52568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2711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 descr="Corpo de água&#10;&#10;O conteúdo gerado por IA pode estar incorreto.">
            <a:extLst>
              <a:ext uri="{FF2B5EF4-FFF2-40B4-BE49-F238E27FC236}">
                <a16:creationId xmlns:a16="http://schemas.microsoft.com/office/drawing/2014/main" id="{28757DE7-32C4-8B94-3A63-E134B3D948F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40FAB5-2103-431B-A0B6-874CCE94A421}"/>
              </a:ext>
            </a:extLst>
          </p:cNvPr>
          <p:cNvSpPr/>
          <p:nvPr/>
        </p:nvSpPr>
        <p:spPr>
          <a:xfrm>
            <a:off x="2" y="0"/>
            <a:ext cx="12191998" cy="6858000"/>
          </a:xfrm>
          <a:prstGeom prst="rect">
            <a:avLst/>
          </a:prstGeom>
          <a:solidFill>
            <a:srgbClr val="20386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AAD775-022E-3946-8CA3-47C92015C013}"/>
              </a:ext>
            </a:extLst>
          </p:cNvPr>
          <p:cNvGrpSpPr/>
          <p:nvPr/>
        </p:nvGrpSpPr>
        <p:grpSpPr>
          <a:xfrm>
            <a:off x="3693522" y="1395753"/>
            <a:ext cx="4804958" cy="2662422"/>
            <a:chOff x="3693521" y="2097789"/>
            <a:chExt cx="4804958" cy="266242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EEAFD80-6C2E-418A-A698-9178679DFCD9}"/>
                </a:ext>
              </a:extLst>
            </p:cNvPr>
            <p:cNvGrpSpPr/>
            <p:nvPr/>
          </p:nvGrpSpPr>
          <p:grpSpPr>
            <a:xfrm>
              <a:off x="3983082" y="2097789"/>
              <a:ext cx="4225837" cy="2318088"/>
              <a:chOff x="3983081" y="1941909"/>
              <a:chExt cx="4225837" cy="2318088"/>
            </a:xfrm>
          </p:grpSpPr>
          <p:pic>
            <p:nvPicPr>
              <p:cNvPr id="12" name="Graphic 11" descr="Coffee">
                <a:extLst>
                  <a:ext uri="{FF2B5EF4-FFF2-40B4-BE49-F238E27FC236}">
                    <a16:creationId xmlns:a16="http://schemas.microsoft.com/office/drawing/2014/main" id="{99A6771B-5440-451B-A8CC-A86E44C9E2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390553" y="1941909"/>
                <a:ext cx="1410891" cy="1410891"/>
              </a:xfrm>
              <a:prstGeom prst="rect">
                <a:avLst/>
              </a:prstGeom>
            </p:spPr>
          </p:pic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E3C12BE-286C-4B6D-874D-D08C501C117F}"/>
                  </a:ext>
                </a:extLst>
              </p:cNvPr>
              <p:cNvSpPr/>
              <p:nvPr/>
            </p:nvSpPr>
            <p:spPr>
              <a:xfrm>
                <a:off x="3983081" y="3429000"/>
                <a:ext cx="422583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4800" b="1" dirty="0">
                    <a:solidFill>
                      <a:schemeClr val="bg1"/>
                    </a:solidFill>
                    <a:latin typeface="Poppins" pitchFamily="2" charset="77"/>
                    <a:cs typeface="Poppins" pitchFamily="2" charset="77"/>
                  </a:rPr>
                  <a:t>Coffee Break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FBD5385-AE51-0442-AF46-C95681DABE49}"/>
                </a:ext>
              </a:extLst>
            </p:cNvPr>
            <p:cNvGrpSpPr/>
            <p:nvPr/>
          </p:nvGrpSpPr>
          <p:grpSpPr>
            <a:xfrm>
              <a:off x="3693521" y="4421657"/>
              <a:ext cx="4804958" cy="338554"/>
              <a:chOff x="3693520" y="4327124"/>
              <a:chExt cx="4804958" cy="338554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3F2C090-05EE-4717-8A35-049141D5B890}"/>
                  </a:ext>
                </a:extLst>
              </p:cNvPr>
              <p:cNvSpPr/>
              <p:nvPr/>
            </p:nvSpPr>
            <p:spPr>
              <a:xfrm>
                <a:off x="5100723" y="4327124"/>
                <a:ext cx="1990553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chemeClr val="bg1"/>
                    </a:solidFill>
                    <a:latin typeface="Poppins SemiBold" pitchFamily="2" charset="77"/>
                    <a:cs typeface="Poppins SemiBold" pitchFamily="2" charset="77"/>
                  </a:rPr>
                  <a:t>12:30 -13:20</a:t>
                </a: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8F0FA7B-BCDE-4946-A9BD-9497FDBB955F}"/>
                  </a:ext>
                </a:extLst>
              </p:cNvPr>
              <p:cNvGrpSpPr/>
              <p:nvPr/>
            </p:nvGrpSpPr>
            <p:grpSpPr>
              <a:xfrm>
                <a:off x="3693520" y="4496401"/>
                <a:ext cx="4804958" cy="0"/>
                <a:chOff x="3603393" y="4496401"/>
                <a:chExt cx="4804958" cy="0"/>
              </a:xfrm>
            </p:grpSpPr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F4F14B4-C3D2-41F7-A05B-836AA560F141}"/>
                    </a:ext>
                  </a:extLst>
                </p:cNvPr>
                <p:cNvCxnSpPr/>
                <p:nvPr/>
              </p:nvCxnSpPr>
              <p:spPr>
                <a:xfrm>
                  <a:off x="6911021" y="4496401"/>
                  <a:ext cx="1497330" cy="0"/>
                </a:xfrm>
                <a:prstGeom prst="line">
                  <a:avLst/>
                </a:prstGeom>
                <a:ln w="50800" cmpd="sng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094F476F-FFD0-4FBA-95D4-DA343A937271}"/>
                    </a:ext>
                  </a:extLst>
                </p:cNvPr>
                <p:cNvCxnSpPr/>
                <p:nvPr/>
              </p:nvCxnSpPr>
              <p:spPr>
                <a:xfrm>
                  <a:off x="3603393" y="4496401"/>
                  <a:ext cx="1497330" cy="0"/>
                </a:xfrm>
                <a:prstGeom prst="line">
                  <a:avLst/>
                </a:prstGeom>
                <a:ln w="50800" cmpd="sng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8" name="Imagem 7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593C45A3-8B34-6C84-51BC-BC3E6AE22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832" y="250955"/>
            <a:ext cx="1156841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4721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5A8D4-D483-16D4-5432-4FAFD4CE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2FC51FCE-1B96-1E4E-9A28-5ED1EDECA01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04EF637-805C-6499-E867-430018B9D2E4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B112F1-1647-2B44-11AD-D288F6CB435C}"/>
              </a:ext>
            </a:extLst>
          </p:cNvPr>
          <p:cNvGrpSpPr/>
          <p:nvPr/>
        </p:nvGrpSpPr>
        <p:grpSpPr>
          <a:xfrm>
            <a:off x="910540" y="941095"/>
            <a:ext cx="6969784" cy="4231338"/>
            <a:chOff x="1587924" y="1412532"/>
            <a:chExt cx="6969784" cy="423133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FFACC28-9D3D-02BA-2603-634310AE08CA}"/>
                </a:ext>
              </a:extLst>
            </p:cNvPr>
            <p:cNvGrpSpPr/>
            <p:nvPr/>
          </p:nvGrpSpPr>
          <p:grpSpPr>
            <a:xfrm>
              <a:off x="1587926" y="1650764"/>
              <a:ext cx="6969782" cy="3993106"/>
              <a:chOff x="972156" y="1679962"/>
              <a:chExt cx="6969782" cy="399310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7B8C3D1-A904-3A83-CE02-CB43D8BB6364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DA770EA-75D8-5275-6C24-18DD3FEEEE47}"/>
                  </a:ext>
                </a:extLst>
              </p:cNvPr>
              <p:cNvSpPr/>
              <p:nvPr/>
            </p:nvSpPr>
            <p:spPr>
              <a:xfrm>
                <a:off x="1002352" y="2564525"/>
                <a:ext cx="6939586" cy="31085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 Taxa de retorno (</a:t>
                </a:r>
                <a:r>
                  <a:rPr lang="pt-BR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</a:t>
                </a:r>
                <a:r>
                  <a:rPr lang="pt-BR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pt-BR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service</a:t>
                </a: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Preço-teto (</a:t>
                </a:r>
                <a:r>
                  <a:rPr lang="pt-BR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price</a:t>
                </a:r>
                <a:r>
                  <a:rPr lang="pt-BR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cap</a:t>
                </a: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Brasil ainda usa fortemente o modelo por custo</a:t>
                </a:r>
              </a:p>
              <a:p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Tendência: maior uso de regulação por incentivos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5F60FE8-93CD-F453-CAED-829E2C488B66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AA2089D-F046-908B-C23F-837551D17022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Métodos Regulatórios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D67E519-820E-925B-E045-49F7D5627E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F9D40F20-6FD0-2B44-0BEC-A8FC14EF80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24801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B5377-F485-15C8-6512-2BAD2DF26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E77297C2-5897-D24F-06A5-9D911703A69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9B3E5C-BE10-71AE-9B6F-84BA24D0259B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FD0B1C-D171-B315-72F2-F483B773B0DC}"/>
              </a:ext>
            </a:extLst>
          </p:cNvPr>
          <p:cNvGrpSpPr/>
          <p:nvPr/>
        </p:nvGrpSpPr>
        <p:grpSpPr>
          <a:xfrm>
            <a:off x="910540" y="941095"/>
            <a:ext cx="6969784" cy="4231338"/>
            <a:chOff x="1587924" y="1412532"/>
            <a:chExt cx="6969784" cy="423133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AAEC366-50B8-EEA9-A1D9-FC82F3A30168}"/>
                </a:ext>
              </a:extLst>
            </p:cNvPr>
            <p:cNvGrpSpPr/>
            <p:nvPr/>
          </p:nvGrpSpPr>
          <p:grpSpPr>
            <a:xfrm>
              <a:off x="1587926" y="1650764"/>
              <a:ext cx="6969782" cy="3993106"/>
              <a:chOff x="972156" y="1679962"/>
              <a:chExt cx="6969782" cy="399310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4BB1D46-390D-EDEF-CB3D-5AC3F2B49529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49F193D-2BE0-1569-DD7D-C60D789AB62A}"/>
                  </a:ext>
                </a:extLst>
              </p:cNvPr>
              <p:cNvSpPr/>
              <p:nvPr/>
            </p:nvSpPr>
            <p:spPr>
              <a:xfrm>
                <a:off x="1002352" y="2564525"/>
                <a:ext cx="6939586" cy="31085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Tarifa cobre custos + lucro razoável;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Regulador define despesas aceitáveis;</a:t>
                </a:r>
              </a:p>
              <a:p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pt-BR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Problemas</a:t>
                </a: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assimetria de informação e</a:t>
                </a:r>
              </a:p>
              <a:p>
                <a:pPr algn="just"/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Risco de baixo incentivo à eficiência (</a:t>
                </a:r>
                <a:r>
                  <a:rPr lang="pt-BR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Averch</a:t>
                </a: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-Johnson)</a:t>
                </a:r>
              </a:p>
              <a:p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1F579C6-CDCC-87F2-3A80-DB2C02EDFD3A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0014BEC-F8E9-3A42-22FF-7300E5D7F363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Regulação por taxa </a:t>
                </a:r>
                <a:r>
                  <a:rPr lang="pt-BR" sz="3600" b="1">
                    <a:solidFill>
                      <a:srgbClr val="2B426C"/>
                    </a:solidFill>
                  </a:rPr>
                  <a:t>de retorno</a:t>
                </a:r>
                <a:endParaRPr lang="pt-BR" sz="3600" b="1" dirty="0">
                  <a:solidFill>
                    <a:srgbClr val="2B426C"/>
                  </a:solidFill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12345A-62E4-0281-99CC-9067835346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2D413630-CB7B-9124-0125-2218EF1F69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1398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BDCE2-3EF0-01CF-1A74-6B9B19BAB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DBC2FBD1-8812-A092-D967-46B9355AE8F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C8CD11D-4785-E519-9D9F-F1C168ECCDDD}"/>
              </a:ext>
            </a:extLst>
          </p:cNvPr>
          <p:cNvSpPr/>
          <p:nvPr/>
        </p:nvSpPr>
        <p:spPr>
          <a:xfrm>
            <a:off x="471146" y="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DEEC51B-153A-E89D-1326-BC60A0AB791A}"/>
              </a:ext>
            </a:extLst>
          </p:cNvPr>
          <p:cNvGrpSpPr/>
          <p:nvPr/>
        </p:nvGrpSpPr>
        <p:grpSpPr>
          <a:xfrm>
            <a:off x="910540" y="941095"/>
            <a:ext cx="6969784" cy="4231338"/>
            <a:chOff x="1587924" y="1412532"/>
            <a:chExt cx="6969784" cy="423133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14DAE4C-90C0-1AD0-08E0-2C13A86F177E}"/>
                </a:ext>
              </a:extLst>
            </p:cNvPr>
            <p:cNvGrpSpPr/>
            <p:nvPr/>
          </p:nvGrpSpPr>
          <p:grpSpPr>
            <a:xfrm>
              <a:off x="1587926" y="1650764"/>
              <a:ext cx="6969782" cy="3993106"/>
              <a:chOff x="972156" y="1679962"/>
              <a:chExt cx="6969782" cy="399310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6628B52-0070-CA03-FDC3-38D49EC91D2B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3872450-A19D-6A85-8C3E-2F0309B16434}"/>
                  </a:ext>
                </a:extLst>
              </p:cNvPr>
              <p:cNvSpPr/>
              <p:nvPr/>
            </p:nvSpPr>
            <p:spPr>
              <a:xfrm>
                <a:off x="1002352" y="2564525"/>
                <a:ext cx="6939586" cy="31085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Ciclo entre revisões: 3 a 5 anos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 revisões aplica-se reajuste anual</a:t>
                </a:r>
              </a:p>
              <a:p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Objetivo: incentivar eficiência</a:t>
                </a:r>
              </a:p>
              <a:p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Primeiro ciclo se iniciou com revisão extraordinária</a:t>
                </a:r>
              </a:p>
              <a:p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A675459-C3FD-DD0D-0143-5AADBA10CD28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6263224-B6D7-32CE-D6F4-F558B31342F3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Ciclo Tarifário e </a:t>
                </a:r>
                <a:r>
                  <a:rPr lang="pt-BR" sz="3600" b="1" dirty="0" err="1">
                    <a:solidFill>
                      <a:srgbClr val="2B426C"/>
                    </a:solidFill>
                  </a:rPr>
                  <a:t>Price</a:t>
                </a:r>
                <a:r>
                  <a:rPr lang="pt-BR" sz="3600" b="1" dirty="0">
                    <a:solidFill>
                      <a:srgbClr val="2B426C"/>
                    </a:solidFill>
                  </a:rPr>
                  <a:t> Cap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8453393-218A-C837-C5BA-A56DFA0866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560ECF49-1539-5772-6022-1558847379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0068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206DC-1C24-9BE0-57FF-793E428D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A4F3EC60-F021-5B20-8664-E1ECF66A26C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E459CE5-56CD-84F4-AC2B-467D9B1F6026}"/>
              </a:ext>
            </a:extLst>
          </p:cNvPr>
          <p:cNvSpPr/>
          <p:nvPr/>
        </p:nvSpPr>
        <p:spPr>
          <a:xfrm>
            <a:off x="471146" y="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52FE16-6998-3827-CD64-123925E2F9A0}"/>
              </a:ext>
            </a:extLst>
          </p:cNvPr>
          <p:cNvGrpSpPr/>
          <p:nvPr/>
        </p:nvGrpSpPr>
        <p:grpSpPr>
          <a:xfrm>
            <a:off x="910540" y="941095"/>
            <a:ext cx="6969784" cy="4231338"/>
            <a:chOff x="1587924" y="1412532"/>
            <a:chExt cx="6969784" cy="423133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A43CF27-2E36-6EF3-29CE-817B846E5630}"/>
                </a:ext>
              </a:extLst>
            </p:cNvPr>
            <p:cNvGrpSpPr/>
            <p:nvPr/>
          </p:nvGrpSpPr>
          <p:grpSpPr>
            <a:xfrm>
              <a:off x="1587926" y="1650764"/>
              <a:ext cx="6969782" cy="3993106"/>
              <a:chOff x="972156" y="1679962"/>
              <a:chExt cx="6969782" cy="399310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BB91097-4650-FB14-07E7-9C938D1E65A5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23E87A-20A0-56F8-E558-B47A46E9D626}"/>
                  </a:ext>
                </a:extLst>
              </p:cNvPr>
              <p:cNvSpPr/>
              <p:nvPr/>
            </p:nvSpPr>
            <p:spPr>
              <a:xfrm>
                <a:off x="1002352" y="2564525"/>
                <a:ext cx="6939586" cy="31085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Analisa Lucro Operacional por grupo tarifário;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Compara estrutura vigente e proposta;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Usa dados de custos, demanda e investimentos;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Critério de equilíbrio: LO ≥ 0.</a:t>
                </a:r>
              </a:p>
              <a:p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FE03DEC-6E4A-44DF-9031-76A841006ABE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184E653-9E78-1855-DA2E-4C8D035C073E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Modelo de Revisão Tarifária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F67EFED-4052-35DC-344A-4FC30494C1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DB039C51-6676-FD06-CFD9-D3A95E81D2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52646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BFAA4-6FD5-B103-D6B3-4327A2493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749621E4-BD19-FDF3-1D07-15984228459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6F8F2B4-5470-7574-A668-12237CE63096}"/>
              </a:ext>
            </a:extLst>
          </p:cNvPr>
          <p:cNvSpPr/>
          <p:nvPr/>
        </p:nvSpPr>
        <p:spPr>
          <a:xfrm>
            <a:off x="471146" y="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234B2B0-5E79-9DB3-6E96-28C5BB8355AF}"/>
              </a:ext>
            </a:extLst>
          </p:cNvPr>
          <p:cNvGrpSpPr/>
          <p:nvPr/>
        </p:nvGrpSpPr>
        <p:grpSpPr>
          <a:xfrm>
            <a:off x="910540" y="941095"/>
            <a:ext cx="6969784" cy="4662225"/>
            <a:chOff x="1587924" y="1412532"/>
            <a:chExt cx="6969784" cy="466222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DAB1AAF-C7CE-0617-803D-5AEAA052321E}"/>
                </a:ext>
              </a:extLst>
            </p:cNvPr>
            <p:cNvGrpSpPr/>
            <p:nvPr/>
          </p:nvGrpSpPr>
          <p:grpSpPr>
            <a:xfrm>
              <a:off x="1587926" y="1650764"/>
              <a:ext cx="6969782" cy="4423993"/>
              <a:chOff x="972156" y="1679962"/>
              <a:chExt cx="6969782" cy="442399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3F02DDC-074C-A3C8-F611-4C64B51357B5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600092F-F82C-26CB-0F8F-288AB11134B6}"/>
                  </a:ext>
                </a:extLst>
              </p:cNvPr>
              <p:cNvSpPr/>
              <p:nvPr/>
            </p:nvSpPr>
            <p:spPr>
              <a:xfrm>
                <a:off x="1002352" y="2564525"/>
                <a:ext cx="6939586" cy="35394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Equilibrado: reajuste linear (LO = 0);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Preço = custo médio: elimina subsídios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Positivo (Ramsey): </a:t>
                </a:r>
                <a:r>
                  <a:rPr lang="pt-BR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mark-ups</a:t>
                </a: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por elasticidade;</a:t>
                </a:r>
              </a:p>
              <a:p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Escolha depende da política regulatória</a:t>
                </a:r>
              </a:p>
              <a:p>
                <a:endParaRPr lang="pt-BR" sz="2800" dirty="0"/>
              </a:p>
              <a:p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AC23136-29F9-334E-1AA0-30CBF5885C85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9C07403-DD64-5C05-6166-E4F1EDAE14BE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Cenários de revisão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216E344-F807-203A-FC4F-D41040F192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EC804CFE-C3F8-BF7D-BBA1-AD7AF16062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645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681F9-984E-3035-AF20-15222309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C386B644-D59A-904E-32A0-1F76FD1350D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A2E4AD7-36BC-0043-353A-22C9746A6092}"/>
              </a:ext>
            </a:extLst>
          </p:cNvPr>
          <p:cNvSpPr/>
          <p:nvPr/>
        </p:nvSpPr>
        <p:spPr>
          <a:xfrm>
            <a:off x="471146" y="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14DF4B-6F5F-AE12-185A-2419BB034E13}"/>
              </a:ext>
            </a:extLst>
          </p:cNvPr>
          <p:cNvGrpSpPr/>
          <p:nvPr/>
        </p:nvGrpSpPr>
        <p:grpSpPr>
          <a:xfrm>
            <a:off x="910540" y="941095"/>
            <a:ext cx="6969784" cy="4662225"/>
            <a:chOff x="1587924" y="1412532"/>
            <a:chExt cx="6969784" cy="466222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3339731-7574-E1CC-F28E-57A24B34B066}"/>
                </a:ext>
              </a:extLst>
            </p:cNvPr>
            <p:cNvGrpSpPr/>
            <p:nvPr/>
          </p:nvGrpSpPr>
          <p:grpSpPr>
            <a:xfrm>
              <a:off x="1587926" y="1650764"/>
              <a:ext cx="6969782" cy="4423993"/>
              <a:chOff x="972156" y="1679962"/>
              <a:chExt cx="6969782" cy="442399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783CF97-FB9E-CF71-87AB-73EDABD1746D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F09AD23-08F6-6932-DD5D-987683EDD4FD}"/>
                  </a:ext>
                </a:extLst>
              </p:cNvPr>
              <p:cNvSpPr/>
              <p:nvPr/>
            </p:nvSpPr>
            <p:spPr>
              <a:xfrm>
                <a:off x="1002352" y="2564525"/>
                <a:ext cx="6939586" cy="35394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Exige nexo causal do desequilíbrio;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Motivos: custos exógenos, capacidade, regulação;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Inclui força maior e alterações tributárias;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Metodologia similar à revisão ordinária.</a:t>
                </a:r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B5A4BED-DD26-B29D-C8E7-90510D63D41F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3D6DD19-6769-65FF-4513-830315884FEA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Revisão Extraordinária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BA6107A-1EAC-0264-56B8-33313A0844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19A496D9-9623-E1DD-22A9-822FBF2973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84496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13570-087B-41D0-CC9E-7E78D09C7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98E2D8CA-2A40-88A0-D43B-4D1516AFB56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98A606B-430D-B2FB-93BA-550C56C22659}"/>
              </a:ext>
            </a:extLst>
          </p:cNvPr>
          <p:cNvSpPr/>
          <p:nvPr/>
        </p:nvSpPr>
        <p:spPr>
          <a:xfrm>
            <a:off x="471146" y="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BE5FF51-416E-9B76-4F42-BFCDC3C1924F}"/>
              </a:ext>
            </a:extLst>
          </p:cNvPr>
          <p:cNvGrpSpPr/>
          <p:nvPr/>
        </p:nvGrpSpPr>
        <p:grpSpPr>
          <a:xfrm>
            <a:off x="910540" y="941095"/>
            <a:ext cx="6969784" cy="4662225"/>
            <a:chOff x="1587924" y="1412532"/>
            <a:chExt cx="6969784" cy="466222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F33B931-9C87-7604-BBB2-0E5C28EABF5D}"/>
                </a:ext>
              </a:extLst>
            </p:cNvPr>
            <p:cNvGrpSpPr/>
            <p:nvPr/>
          </p:nvGrpSpPr>
          <p:grpSpPr>
            <a:xfrm>
              <a:off x="1587926" y="1650764"/>
              <a:ext cx="6969782" cy="4423993"/>
              <a:chOff x="972156" y="1679962"/>
              <a:chExt cx="6969782" cy="442399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BD198D-91B1-F074-D72A-0CF958547E9B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BD1A454-F56E-58A2-E424-0860FB5B0C35}"/>
                  </a:ext>
                </a:extLst>
              </p:cNvPr>
              <p:cNvSpPr/>
              <p:nvPr/>
            </p:nvSpPr>
            <p:spPr>
              <a:xfrm>
                <a:off x="1002352" y="2564525"/>
                <a:ext cx="6939586" cy="35394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Maior liberdade de precificação;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Possível segmentação de mercado;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Permitida discriminação eficiente;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Vedada discriminação entre usuários equivalentes.</a:t>
                </a:r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15CC13F-FD22-A899-D2F2-7E61A9EF470E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13DAF12-C150-EA15-048A-5A4828CEB3FD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 err="1">
                    <a:solidFill>
                      <a:srgbClr val="2B426C"/>
                    </a:solidFill>
                  </a:rPr>
                  <a:t>TUPs</a:t>
                </a:r>
                <a:r>
                  <a:rPr lang="pt-BR" sz="3600" b="1" dirty="0">
                    <a:solidFill>
                      <a:srgbClr val="2B426C"/>
                    </a:solidFill>
                  </a:rPr>
                  <a:t> e Arrendamentos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7BE41DB-0FFD-0FB4-0B6B-0DDDBB754A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F7462B88-14B0-FFA5-646D-899B87876F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786132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CB933-A976-CCC7-DADB-ECBDD6F0A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A5130BA1-813E-878C-BC00-14CF22429B6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CA39F9-4F33-09C9-62E8-D7F60E9BAF4A}"/>
              </a:ext>
            </a:extLst>
          </p:cNvPr>
          <p:cNvSpPr/>
          <p:nvPr/>
        </p:nvSpPr>
        <p:spPr>
          <a:xfrm>
            <a:off x="471146" y="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EAAEE60-3C2E-A43F-A9D7-921E6B2F5908}"/>
              </a:ext>
            </a:extLst>
          </p:cNvPr>
          <p:cNvGrpSpPr/>
          <p:nvPr/>
        </p:nvGrpSpPr>
        <p:grpSpPr>
          <a:xfrm>
            <a:off x="910540" y="941095"/>
            <a:ext cx="6969784" cy="5524000"/>
            <a:chOff x="1587924" y="1412532"/>
            <a:chExt cx="6969784" cy="5524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E870587-E464-8963-7C59-FA3E90E8638B}"/>
                </a:ext>
              </a:extLst>
            </p:cNvPr>
            <p:cNvGrpSpPr/>
            <p:nvPr/>
          </p:nvGrpSpPr>
          <p:grpSpPr>
            <a:xfrm>
              <a:off x="1587926" y="1650764"/>
              <a:ext cx="6969782" cy="5285768"/>
              <a:chOff x="972156" y="1679962"/>
              <a:chExt cx="6969782" cy="528576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35A4A34-A6F3-3293-32FA-1C07E1ABE3EB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62251D0-AA5A-AF61-9264-36AF0148F525}"/>
                  </a:ext>
                </a:extLst>
              </p:cNvPr>
              <p:cNvSpPr/>
              <p:nvPr/>
            </p:nvSpPr>
            <p:spPr>
              <a:xfrm>
                <a:off x="1002352" y="2564525"/>
                <a:ext cx="6939586" cy="4401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Regulação busca modicidade e sustentabilidade;</a:t>
                </a:r>
              </a:p>
              <a:p>
                <a:pPr marL="457200" indent="-457200" algn="just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Setor ainda baseado em regulação por custo;</a:t>
                </a:r>
              </a:p>
              <a:p>
                <a:pPr marL="457200" indent="-457200" algn="just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Movimento gradual para </a:t>
                </a:r>
                <a:r>
                  <a:rPr lang="pt-BR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price</a:t>
                </a:r>
                <a:r>
                  <a:rPr lang="pt-BR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cap </a:t>
                </a: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Ramsey;</a:t>
                </a:r>
              </a:p>
              <a:p>
                <a:pPr marL="457200" indent="-457200" algn="just">
                  <a:buFont typeface="Wingdings" panose="05000000000000000000" pitchFamily="2" charset="2"/>
                  <a:buChar char="Ø"/>
                </a:pP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ANTAQ é peça central da governança tarifária.</a:t>
                </a:r>
              </a:p>
              <a:p>
                <a:endParaRPr lang="pt-BR" sz="2800" dirty="0"/>
              </a:p>
              <a:p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C7AD76-C6A8-7134-04CE-254526808BEE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52A7D38-389A-5164-9AC9-60FFD697E04F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Conclusões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BA204B3-1506-1569-18AE-08DC015A0A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A2D9D3C7-3A53-760D-FE9E-6FB357A17C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74439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CB49C-4A4B-0FE5-3EC7-68505DC28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DE90F5-6260-BBCD-D7B1-290165844883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41FB7EB0-51E2-6AC4-352F-02EC2F6F17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96" r="19561"/>
          <a:stretch>
            <a:fillRect/>
          </a:stretch>
        </p:blipFill>
        <p:spPr>
          <a:xfrm>
            <a:off x="8141269" y="1289957"/>
            <a:ext cx="3396344" cy="4742543"/>
          </a:xfrm>
          <a:prstGeom prst="rect">
            <a:avLst/>
          </a:prstGeom>
        </p:spPr>
      </p:pic>
      <p:grpSp>
        <p:nvGrpSpPr>
          <p:cNvPr id="24" name="Group 5">
            <a:extLst>
              <a:ext uri="{FF2B5EF4-FFF2-40B4-BE49-F238E27FC236}">
                <a16:creationId xmlns:a16="http://schemas.microsoft.com/office/drawing/2014/main" id="{A5AE9114-B5FC-938A-8CA8-641955F7DD3C}"/>
              </a:ext>
            </a:extLst>
          </p:cNvPr>
          <p:cNvGrpSpPr/>
          <p:nvPr/>
        </p:nvGrpSpPr>
        <p:grpSpPr>
          <a:xfrm>
            <a:off x="736804" y="643626"/>
            <a:ext cx="6185204" cy="1307697"/>
            <a:chOff x="1427747" y="989398"/>
            <a:chExt cx="5702562" cy="1307697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EF3ED884-65CF-F434-4392-6DAF88848159}"/>
                </a:ext>
              </a:extLst>
            </p:cNvPr>
            <p:cNvSpPr/>
            <p:nvPr/>
          </p:nvSpPr>
          <p:spPr>
            <a:xfrm>
              <a:off x="1587926" y="1650764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EAFC34C3-F79F-0B6D-7E6D-7BEAA57DF18F}"/>
                </a:ext>
              </a:extLst>
            </p:cNvPr>
            <p:cNvGrpSpPr/>
            <p:nvPr/>
          </p:nvGrpSpPr>
          <p:grpSpPr>
            <a:xfrm>
              <a:off x="1427747" y="989398"/>
              <a:ext cx="5702562" cy="661336"/>
              <a:chOff x="4348630" y="-2403561"/>
              <a:chExt cx="5702562" cy="661336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8766C4E6-A922-9CED-3DC1-174B726792D9}"/>
                  </a:ext>
                </a:extLst>
              </p:cNvPr>
              <p:cNvSpPr/>
              <p:nvPr/>
            </p:nvSpPr>
            <p:spPr>
              <a:xfrm>
                <a:off x="4348630" y="-2403561"/>
                <a:ext cx="570256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B426C"/>
                    </a:solidFill>
                    <a:latin typeface="Poppins SemiBold" pitchFamily="2" charset="77"/>
                    <a:cs typeface="Poppins SemiBold" pitchFamily="2" charset="77"/>
                  </a:rPr>
                  <a:t>Determinações TCU</a:t>
                </a:r>
                <a:endParaRPr lang="en-US" sz="3600" b="1" dirty="0">
                  <a:solidFill>
                    <a:srgbClr val="2B426C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0B4A3793-7E3E-CD92-4DBF-3CF5464DF2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1107" y="-174222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BCA4E1C0-D885-EAD8-BA94-0C8EB8CCE5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7B8122B-9877-195F-240D-1E45C2C94C55}"/>
              </a:ext>
            </a:extLst>
          </p:cNvPr>
          <p:cNvSpPr txBox="1"/>
          <p:nvPr/>
        </p:nvSpPr>
        <p:spPr>
          <a:xfrm>
            <a:off x="736804" y="1628157"/>
            <a:ext cx="7223760" cy="485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Acórdãos 2.676/2012 e 1.972/2012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Regras para avaliação de bens reversíveis;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Controle dos investimentos dos arrendatários.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Acórdão 2.200/2015</a:t>
            </a:r>
          </a:p>
          <a:p>
            <a:pPr marL="342900" indent="-3429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Elaboração de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contábil próprio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Uniformização dos registros.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Acórdão 572/2016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Procedimentos para acompanhar execução contratual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Monitoramento da situação econômico-financeira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1800" dirty="0">
              <a:solidFill>
                <a:srgbClr val="203864"/>
              </a:solidFill>
              <a:latin typeface="Lato" panose="020F0502020204030203" pitchFamily="34" charset="77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52931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3" descr="Navio no mar&#10;&#10;O conteúdo gerado por IA pode estar incorreto.">
            <a:extLst>
              <a:ext uri="{FF2B5EF4-FFF2-40B4-BE49-F238E27FC236}">
                <a16:creationId xmlns:a16="http://schemas.microsoft.com/office/drawing/2014/main" id="{31E70E60-A487-7F97-2C8D-97AA5105C0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62F431-CAF1-4971-978B-41B51C85A147}"/>
              </a:ext>
            </a:extLst>
          </p:cNvPr>
          <p:cNvSpPr/>
          <p:nvPr/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rgbClr val="20386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85C9D92-ACC7-974D-B80F-B4B04D69326D}"/>
              </a:ext>
            </a:extLst>
          </p:cNvPr>
          <p:cNvGrpSpPr/>
          <p:nvPr/>
        </p:nvGrpSpPr>
        <p:grpSpPr>
          <a:xfrm>
            <a:off x="5391442" y="2747684"/>
            <a:ext cx="5140666" cy="1362632"/>
            <a:chOff x="1618758" y="2747684"/>
            <a:chExt cx="5140666" cy="13626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45BB046-74A8-A849-A8A1-34DD2EF678F8}"/>
                </a:ext>
              </a:extLst>
            </p:cNvPr>
            <p:cNvSpPr/>
            <p:nvPr/>
          </p:nvSpPr>
          <p:spPr>
            <a:xfrm>
              <a:off x="1618758" y="2747684"/>
              <a:ext cx="5140666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6600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OBRIGADO</a:t>
              </a:r>
              <a:endParaRPr lang="en-US" sz="6600" b="1" dirty="0">
                <a:gradFill>
                  <a:gsLst>
                    <a:gs pos="0">
                      <a:srgbClr val="00C4FF">
                        <a:alpha val="94000"/>
                      </a:srgbClr>
                    </a:gs>
                    <a:gs pos="100000">
                      <a:srgbClr val="57FFE3">
                        <a:lumMod val="85000"/>
                        <a:lumOff val="15000"/>
                      </a:srgbClr>
                    </a:gs>
                  </a:gsLst>
                  <a:lin ang="15000000" scaled="0"/>
                </a:gradFill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5EB1C0-D3E8-4242-B0C9-3B221807263C}"/>
                </a:ext>
              </a:extLst>
            </p:cNvPr>
            <p:cNvSpPr/>
            <p:nvPr/>
          </p:nvSpPr>
          <p:spPr>
            <a:xfrm>
              <a:off x="3539717" y="3710206"/>
              <a:ext cx="31214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sz="2000" spc="100" dirty="0">
                  <a:solidFill>
                    <a:schemeClr val="bg1"/>
                  </a:solidFill>
                  <a:latin typeface="Poppins Medium" pitchFamily="2" charset="77"/>
                  <a:cs typeface="Poppins Medium" pitchFamily="2" charset="77"/>
                </a:rPr>
                <a:t>PELA SUA ATENÇÃO</a:t>
              </a:r>
            </a:p>
          </p:txBody>
        </p:sp>
      </p:grpSp>
      <p:pic>
        <p:nvPicPr>
          <p:cNvPr id="7" name="Imagem 6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43ACBC56-1AD2-F16E-188E-17C2ABFF3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32" y="250955"/>
            <a:ext cx="1156841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45198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66A7F107A78542809C04863AAF6904" ma:contentTypeVersion="19" ma:contentTypeDescription="Crie um novo documento." ma:contentTypeScope="" ma:versionID="51191a4cb565485eb463083ca7c2737a">
  <xsd:schema xmlns:xsd="http://www.w3.org/2001/XMLSchema" xmlns:xs="http://www.w3.org/2001/XMLSchema" xmlns:p="http://schemas.microsoft.com/office/2006/metadata/properties" xmlns:ns2="524b9e3a-2c6e-4caf-a4a6-9107747bc51e" xmlns:ns3="f913ff35-f7e5-46dc-a5a7-c9164ae7e8fd" targetNamespace="http://schemas.microsoft.com/office/2006/metadata/properties" ma:root="true" ma:fieldsID="13929d0489311a9f46074467b1a33de9" ns2:_="" ns3:_="">
    <xsd:import namespace="524b9e3a-2c6e-4caf-a4a6-9107747bc51e"/>
    <xsd:import namespace="f913ff35-f7e5-46dc-a5a7-c9164ae7e8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4b9e3a-2c6e-4caf-a4a6-9107747b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79a47a05-30c7-4e3a-83e8-a72346a22e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13ff35-f7e5-46dc-a5a7-c9164ae7e8f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075f16c-1fcb-4655-b55f-919d5750d410}" ma:internalName="TaxCatchAll" ma:showField="CatchAllData" ma:web="f913ff35-f7e5-46dc-a5a7-c9164ae7e8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4b9e3a-2c6e-4caf-a4a6-9107747bc51e">
      <Terms xmlns="http://schemas.microsoft.com/office/infopath/2007/PartnerControls"/>
    </lcf76f155ced4ddcb4097134ff3c332f>
    <TaxCatchAll xmlns="f913ff35-f7e5-46dc-a5a7-c9164ae7e8fd" xsi:nil="true"/>
  </documentManagement>
</p:properties>
</file>

<file path=customXml/itemProps1.xml><?xml version="1.0" encoding="utf-8"?>
<ds:datastoreItem xmlns:ds="http://schemas.openxmlformats.org/officeDocument/2006/customXml" ds:itemID="{5F103CC2-9C45-4081-9604-950E9623A441}"/>
</file>

<file path=customXml/itemProps2.xml><?xml version="1.0" encoding="utf-8"?>
<ds:datastoreItem xmlns:ds="http://schemas.openxmlformats.org/officeDocument/2006/customXml" ds:itemID="{DF700550-B6F8-4B5B-9EC7-D002A1A746EB}"/>
</file>

<file path=customXml/itemProps3.xml><?xml version="1.0" encoding="utf-8"?>
<ds:datastoreItem xmlns:ds="http://schemas.openxmlformats.org/officeDocument/2006/customXml" ds:itemID="{0CF8DAA4-C18B-4F1B-B2D6-18EE0F8625C0}"/>
</file>

<file path=docMetadata/LabelInfo.xml><?xml version="1.0" encoding="utf-8"?>
<clbl:labelList xmlns:clbl="http://schemas.microsoft.com/office/2020/mipLabelMetadata">
  <clbl:label id="{c632428a-d21a-4e8a-8f6d-703bd1f18d65}" enabled="1" method="Privileged" siteId="{bd3d8f22-e492-46a1-bfce-0ef9a284415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3418</TotalTime>
  <Words>1637</Words>
  <Application>Microsoft Office PowerPoint</Application>
  <PresentationFormat>Widescreen</PresentationFormat>
  <Paragraphs>366</Paragraphs>
  <Slides>34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4" baseType="lpstr">
      <vt:lpstr>Arial</vt:lpstr>
      <vt:lpstr>Calibri</vt:lpstr>
      <vt:lpstr>Calibri Light</vt:lpstr>
      <vt:lpstr>Lato</vt:lpstr>
      <vt:lpstr>Poppins</vt:lpstr>
      <vt:lpstr>Poppins Medium</vt:lpstr>
      <vt:lpstr>Poppins SemiBold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Yosep Swandi</dc:creator>
  <cp:lastModifiedBy>Hebrida Neto</cp:lastModifiedBy>
  <cp:revision>121</cp:revision>
  <dcterms:created xsi:type="dcterms:W3CDTF">2020-10-15T00:10:07Z</dcterms:created>
  <dcterms:modified xsi:type="dcterms:W3CDTF">2026-03-03T02:26:36Z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AFFC69A9-5425-4172-A865-A7C4DE645EAA</vt:lpwstr>
  </property>
  <property fmtid="{D5CDD505-2E9C-101B-9397-08002B2CF9AE}" pid="3" name="ArticulatePath">
    <vt:lpwstr>Power Proposal - PowerPoint</vt:lpwstr>
  </property>
  <property fmtid="{D5CDD505-2E9C-101B-9397-08002B2CF9AE}" pid="4" name="ContentTypeId">
    <vt:lpwstr>0x0101000A66A7F107A78542809C04863AAF6904</vt:lpwstr>
  </property>
</Properties>
</file>